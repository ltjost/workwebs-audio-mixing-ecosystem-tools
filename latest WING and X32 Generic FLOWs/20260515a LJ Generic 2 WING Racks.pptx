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8" r:id="rId2"/>
    <p:sldId id="256" r:id="rId3"/>
    <p:sldId id="259" r:id="rId4"/>
  </p:sldIdLst>
  <p:sldSz cx="9144000" cy="6858000" type="letter"/>
  <p:notesSz cx="7102475" cy="93884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9" autoAdjust="0"/>
    <p:restoredTop sz="94278" autoAdjust="0"/>
  </p:normalViewPr>
  <p:slideViewPr>
    <p:cSldViewPr snapToGrid="0">
      <p:cViewPr varScale="1">
        <p:scale>
          <a:sx n="137" d="100"/>
          <a:sy n="137" d="100"/>
        </p:scale>
        <p:origin x="36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780BEE-5177-4418-B4F2-83EA3D3DBDC5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8275" y="1173163"/>
            <a:ext cx="4225925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518025"/>
            <a:ext cx="5683250" cy="36972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E5FFB9-FA12-4F1E-B945-4535A4337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36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E5FFB9-FA12-4F1E-B945-4535A43372C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45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101CC-555E-4B38-907D-BCFE7AC1BD2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5542D-E41D-4E16-AC3F-7404AD690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106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101CC-555E-4B38-907D-BCFE7AC1BD2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5542D-E41D-4E16-AC3F-7404AD690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373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101CC-555E-4B38-907D-BCFE7AC1BD2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5542D-E41D-4E16-AC3F-7404AD690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298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101CC-555E-4B38-907D-BCFE7AC1BD2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5542D-E41D-4E16-AC3F-7404AD690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275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101CC-555E-4B38-907D-BCFE7AC1BD2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5542D-E41D-4E16-AC3F-7404AD690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100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101CC-555E-4B38-907D-BCFE7AC1BD2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5542D-E41D-4E16-AC3F-7404AD690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679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101CC-555E-4B38-907D-BCFE7AC1BD2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5542D-E41D-4E16-AC3F-7404AD690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765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101CC-555E-4B38-907D-BCFE7AC1BD2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5542D-E41D-4E16-AC3F-7404AD690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197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101CC-555E-4B38-907D-BCFE7AC1BD2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5542D-E41D-4E16-AC3F-7404AD690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167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101CC-555E-4B38-907D-BCFE7AC1BD2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5542D-E41D-4E16-AC3F-7404AD690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01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101CC-555E-4B38-907D-BCFE7AC1BD2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5542D-E41D-4E16-AC3F-7404AD690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801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8101CC-555E-4B38-907D-BCFE7AC1BD2E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35542D-E41D-4E16-AC3F-7404AD690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534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82942-21C9-E9AB-CA24-61012B129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AEB148-41D2-C079-A994-CE86B8E4BFF7}"/>
              </a:ext>
            </a:extLst>
          </p:cNvPr>
          <p:cNvSpPr txBox="1"/>
          <p:nvPr/>
        </p:nvSpPr>
        <p:spPr>
          <a:xfrm>
            <a:off x="0" y="-2623"/>
            <a:ext cx="837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General Map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BE8B05-8437-7F2B-A7C8-C7C4906555D8}"/>
              </a:ext>
            </a:extLst>
          </p:cNvPr>
          <p:cNvSpPr/>
          <p:nvPr/>
        </p:nvSpPr>
        <p:spPr>
          <a:xfrm>
            <a:off x="213359" y="1969770"/>
            <a:ext cx="914400" cy="67056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00B050"/>
                </a:solidFill>
              </a:rPr>
              <a:t>CM X32 (32)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DD42D3-CCA8-46DC-4746-239C41ADDB34}"/>
              </a:ext>
            </a:extLst>
          </p:cNvPr>
          <p:cNvSpPr/>
          <p:nvPr/>
        </p:nvSpPr>
        <p:spPr>
          <a:xfrm>
            <a:off x="213359" y="2640330"/>
            <a:ext cx="914400" cy="3048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00B050"/>
                </a:solidFill>
              </a:rPr>
              <a:t>AES50 A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6726C68-9223-C42D-8D63-19654BD478AA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670559" y="2945130"/>
            <a:ext cx="0" cy="335280"/>
          </a:xfrm>
          <a:prstGeom prst="straightConnector1">
            <a:avLst/>
          </a:prstGeom>
          <a:ln w="3175">
            <a:solidFill>
              <a:srgbClr val="00B050"/>
            </a:solidFill>
            <a:headEnd type="stealth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24296A45-BA37-AAEB-3AC9-ED95E91ACC9C}"/>
              </a:ext>
            </a:extLst>
          </p:cNvPr>
          <p:cNvSpPr/>
          <p:nvPr/>
        </p:nvSpPr>
        <p:spPr>
          <a:xfrm>
            <a:off x="213359" y="3280410"/>
            <a:ext cx="914400" cy="3048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00B050"/>
                </a:solidFill>
              </a:rPr>
              <a:t>AES50 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F2D4CB-B7F4-F669-71FE-957CD323F091}"/>
              </a:ext>
            </a:extLst>
          </p:cNvPr>
          <p:cNvSpPr/>
          <p:nvPr/>
        </p:nvSpPr>
        <p:spPr>
          <a:xfrm>
            <a:off x="213359" y="3585210"/>
            <a:ext cx="914400" cy="3048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00B050"/>
                </a:solidFill>
              </a:rPr>
              <a:t>DL 16 #1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63E2D2-069E-F8B2-1A03-5254DC69ECDF}"/>
              </a:ext>
            </a:extLst>
          </p:cNvPr>
          <p:cNvSpPr/>
          <p:nvPr/>
        </p:nvSpPr>
        <p:spPr>
          <a:xfrm>
            <a:off x="213359" y="3890010"/>
            <a:ext cx="914400" cy="3048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00B050"/>
                </a:solidFill>
              </a:rPr>
              <a:t>AES50 B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E1477FB-1F4E-4DD1-A943-1D177DB41E51}"/>
              </a:ext>
            </a:extLst>
          </p:cNvPr>
          <p:cNvCxnSpPr>
            <a:cxnSpLocks/>
          </p:cNvCxnSpPr>
          <p:nvPr/>
        </p:nvCxnSpPr>
        <p:spPr>
          <a:xfrm>
            <a:off x="670559" y="4179571"/>
            <a:ext cx="0" cy="335280"/>
          </a:xfrm>
          <a:prstGeom prst="straightConnector1">
            <a:avLst/>
          </a:prstGeom>
          <a:ln w="3175">
            <a:solidFill>
              <a:srgbClr val="00B050"/>
            </a:solidFill>
            <a:headEnd type="stealth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7C88E2DD-E2BB-7427-EDCE-ECDA5098262E}"/>
              </a:ext>
            </a:extLst>
          </p:cNvPr>
          <p:cNvSpPr/>
          <p:nvPr/>
        </p:nvSpPr>
        <p:spPr>
          <a:xfrm>
            <a:off x="213359" y="4514851"/>
            <a:ext cx="914400" cy="3048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00B050"/>
                </a:solidFill>
              </a:rPr>
              <a:t>AES50 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7EAA4E-4065-7729-4CA4-17429DE85A35}"/>
              </a:ext>
            </a:extLst>
          </p:cNvPr>
          <p:cNvSpPr/>
          <p:nvPr/>
        </p:nvSpPr>
        <p:spPr>
          <a:xfrm>
            <a:off x="213359" y="4819651"/>
            <a:ext cx="914400" cy="3048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00B050"/>
                </a:solidFill>
              </a:rPr>
              <a:t>DL 16 #2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E8DD55-643F-69A3-B44F-D5A9CAAA84CC}"/>
              </a:ext>
            </a:extLst>
          </p:cNvPr>
          <p:cNvSpPr/>
          <p:nvPr/>
        </p:nvSpPr>
        <p:spPr>
          <a:xfrm>
            <a:off x="213359" y="5124451"/>
            <a:ext cx="914400" cy="3048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00B050"/>
                </a:solidFill>
              </a:rPr>
              <a:t>AES50 B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F078AF0-9896-5847-A79E-4961214069AC}"/>
              </a:ext>
            </a:extLst>
          </p:cNvPr>
          <p:cNvCxnSpPr>
            <a:cxnSpLocks/>
          </p:cNvCxnSpPr>
          <p:nvPr/>
        </p:nvCxnSpPr>
        <p:spPr>
          <a:xfrm>
            <a:off x="670559" y="5398771"/>
            <a:ext cx="0" cy="335280"/>
          </a:xfrm>
          <a:prstGeom prst="straightConnector1">
            <a:avLst/>
          </a:prstGeom>
          <a:ln w="3175">
            <a:solidFill>
              <a:srgbClr val="00B050"/>
            </a:solidFill>
            <a:headEnd type="stealth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4EB1255F-8435-AC3D-40AD-F81C289D277B}"/>
              </a:ext>
            </a:extLst>
          </p:cNvPr>
          <p:cNvSpPr/>
          <p:nvPr/>
        </p:nvSpPr>
        <p:spPr>
          <a:xfrm>
            <a:off x="213359" y="5734051"/>
            <a:ext cx="914400" cy="3048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00B050"/>
                </a:solidFill>
              </a:rPr>
              <a:t>AES50 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B73F2C-C44D-A3F5-16EB-B1126699AF42}"/>
              </a:ext>
            </a:extLst>
          </p:cNvPr>
          <p:cNvSpPr/>
          <p:nvPr/>
        </p:nvSpPr>
        <p:spPr>
          <a:xfrm>
            <a:off x="213359" y="6038851"/>
            <a:ext cx="914400" cy="3048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00B050"/>
                </a:solidFill>
              </a:rPr>
              <a:t>DL 16 #3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2B5DD6-0F78-0266-AED4-AECD7B697FEC}"/>
              </a:ext>
            </a:extLst>
          </p:cNvPr>
          <p:cNvSpPr/>
          <p:nvPr/>
        </p:nvSpPr>
        <p:spPr>
          <a:xfrm>
            <a:off x="213359" y="6343651"/>
            <a:ext cx="914400" cy="3048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00B050"/>
                </a:solidFill>
              </a:rPr>
              <a:t>AES50 B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591356B-ACE3-4193-5F3D-A0679A71DA4E}"/>
              </a:ext>
            </a:extLst>
          </p:cNvPr>
          <p:cNvSpPr/>
          <p:nvPr/>
        </p:nvSpPr>
        <p:spPr>
          <a:xfrm>
            <a:off x="1127759" y="1969770"/>
            <a:ext cx="693420" cy="67056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00B050"/>
                </a:solidFill>
              </a:rPr>
              <a:t>AES50 B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948D261-7CC7-7494-F28A-97CC30B99539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1821179" y="2305050"/>
            <a:ext cx="381000" cy="0"/>
          </a:xfrm>
          <a:prstGeom prst="straightConnector1">
            <a:avLst/>
          </a:prstGeom>
          <a:ln w="3175">
            <a:solidFill>
              <a:schemeClr val="tx1"/>
            </a:solidFill>
            <a:headEnd type="stealth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C1D27B98-AB31-198D-48BD-064BAE1F283D}"/>
              </a:ext>
            </a:extLst>
          </p:cNvPr>
          <p:cNvSpPr/>
          <p:nvPr/>
        </p:nvSpPr>
        <p:spPr>
          <a:xfrm>
            <a:off x="2202179" y="1969770"/>
            <a:ext cx="693420" cy="6705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AES50 B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5FE952-1118-9D61-6A41-C150257142E8}"/>
              </a:ext>
            </a:extLst>
          </p:cNvPr>
          <p:cNvSpPr/>
          <p:nvPr/>
        </p:nvSpPr>
        <p:spPr>
          <a:xfrm>
            <a:off x="2895593" y="1969770"/>
            <a:ext cx="2438405" cy="6705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LJ WING Rack 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275C026-01DD-BAC8-310E-88470698B944}"/>
              </a:ext>
            </a:extLst>
          </p:cNvPr>
          <p:cNvSpPr/>
          <p:nvPr/>
        </p:nvSpPr>
        <p:spPr>
          <a:xfrm>
            <a:off x="2895599" y="2640330"/>
            <a:ext cx="693420" cy="6052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AES50 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FBF8EC2-4EEF-3AB3-D2E2-48A1A7B0137C}"/>
              </a:ext>
            </a:extLst>
          </p:cNvPr>
          <p:cNvSpPr/>
          <p:nvPr/>
        </p:nvSpPr>
        <p:spPr>
          <a:xfrm>
            <a:off x="2423179" y="664433"/>
            <a:ext cx="1875868" cy="67830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accent2"/>
                </a:solidFill>
              </a:rPr>
              <a:t>USB (128)  to/from REAPER Merged via VB Audio Matrix Coconut software 512 samples.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05A6781-7F8A-EFCC-1780-3E2F15F221C0}"/>
              </a:ext>
            </a:extLst>
          </p:cNvPr>
          <p:cNvSpPr/>
          <p:nvPr/>
        </p:nvSpPr>
        <p:spPr>
          <a:xfrm>
            <a:off x="2895597" y="1664970"/>
            <a:ext cx="914399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FF0000"/>
                </a:solidFill>
              </a:rPr>
              <a:t>WINGUSB</a:t>
            </a:r>
            <a:r>
              <a:rPr lang="en-US" sz="1100" dirty="0">
                <a:solidFill>
                  <a:srgbClr val="FF0000"/>
                </a:solidFill>
              </a:rPr>
              <a:t> (1-48)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8BC4B6F-09E3-49EC-8951-3B85DD2C9BC6}"/>
              </a:ext>
            </a:extLst>
          </p:cNvPr>
          <p:cNvSpPr/>
          <p:nvPr/>
        </p:nvSpPr>
        <p:spPr>
          <a:xfrm>
            <a:off x="5333999" y="1969768"/>
            <a:ext cx="762010" cy="6705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FF0000"/>
                </a:solidFill>
              </a:rPr>
              <a:t>AES50 C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B239666-AC3E-4359-66EB-A4A71369D82B}"/>
              </a:ext>
            </a:extLst>
          </p:cNvPr>
          <p:cNvCxnSpPr>
            <a:cxnSpLocks/>
            <a:stCxn id="28" idx="0"/>
            <a:endCxn id="27" idx="2"/>
          </p:cNvCxnSpPr>
          <p:nvPr/>
        </p:nvCxnSpPr>
        <p:spPr>
          <a:xfrm flipV="1">
            <a:off x="3352797" y="1342735"/>
            <a:ext cx="8316" cy="322235"/>
          </a:xfrm>
          <a:prstGeom prst="straightConnector1">
            <a:avLst/>
          </a:prstGeom>
          <a:ln w="3175">
            <a:solidFill>
              <a:schemeClr val="tx1"/>
            </a:solidFill>
            <a:headEnd type="stealth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02F876A0-3C24-C00A-11D7-FD41D87E7A2D}"/>
              </a:ext>
            </a:extLst>
          </p:cNvPr>
          <p:cNvSpPr/>
          <p:nvPr/>
        </p:nvSpPr>
        <p:spPr>
          <a:xfrm>
            <a:off x="2423175" y="192315"/>
            <a:ext cx="1875872" cy="47431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accent2"/>
                </a:solidFill>
              </a:rPr>
              <a:t>REAPER Stem Record &amp; Playback PC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93C0A0A-F3CC-362D-A59E-C5546F11B713}"/>
              </a:ext>
            </a:extLst>
          </p:cNvPr>
          <p:cNvCxnSpPr>
            <a:cxnSpLocks/>
            <a:stCxn id="27" idx="3"/>
            <a:endCxn id="42" idx="1"/>
          </p:cNvCxnSpPr>
          <p:nvPr/>
        </p:nvCxnSpPr>
        <p:spPr>
          <a:xfrm flipV="1">
            <a:off x="4299047" y="979678"/>
            <a:ext cx="2402458" cy="23906"/>
          </a:xfrm>
          <a:prstGeom prst="straightConnector1">
            <a:avLst/>
          </a:prstGeom>
          <a:ln w="3175">
            <a:solidFill>
              <a:schemeClr val="tx1"/>
            </a:solidFill>
            <a:headEnd type="stealth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F77C7898-3D89-30AD-1E03-9BA1202474CD}"/>
              </a:ext>
            </a:extLst>
          </p:cNvPr>
          <p:cNvSpPr/>
          <p:nvPr/>
        </p:nvSpPr>
        <p:spPr>
          <a:xfrm>
            <a:off x="6701505" y="700377"/>
            <a:ext cx="1274153" cy="558602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accent2">
                    <a:lumMod val="50000"/>
                  </a:schemeClr>
                </a:solidFill>
              </a:rPr>
              <a:t>KTUSB (48)/USB Extender if needed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9A71A4D-355C-3648-4F70-58E05DE0D38C}"/>
              </a:ext>
            </a:extLst>
          </p:cNvPr>
          <p:cNvSpPr/>
          <p:nvPr/>
        </p:nvSpPr>
        <p:spPr>
          <a:xfrm>
            <a:off x="7975658" y="1017212"/>
            <a:ext cx="891532" cy="199192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DN 9630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1DEEF66-745F-CE00-C90E-08EA3D72ED50}"/>
              </a:ext>
            </a:extLst>
          </p:cNvPr>
          <p:cNvSpPr/>
          <p:nvPr/>
        </p:nvSpPr>
        <p:spPr>
          <a:xfrm>
            <a:off x="7975660" y="1216403"/>
            <a:ext cx="891528" cy="144711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accent2">
                    <a:lumMod val="50000"/>
                  </a:schemeClr>
                </a:solidFill>
              </a:rPr>
              <a:t>AES50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CD927B1-D4DD-17AB-CDA9-0E91FC50DD02}"/>
              </a:ext>
            </a:extLst>
          </p:cNvPr>
          <p:cNvSpPr/>
          <p:nvPr/>
        </p:nvSpPr>
        <p:spPr>
          <a:xfrm>
            <a:off x="7893323" y="1658089"/>
            <a:ext cx="857862" cy="30480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7030A0"/>
                </a:solidFill>
              </a:rPr>
              <a:t>AES50</a:t>
            </a:r>
            <a:r>
              <a:rPr lang="en-US" sz="1200" dirty="0">
                <a:solidFill>
                  <a:srgbClr val="7030A0"/>
                </a:solidFill>
              </a:rPr>
              <a:t> </a:t>
            </a:r>
            <a:r>
              <a:rPr lang="en-US" sz="1200" b="1" dirty="0">
                <a:solidFill>
                  <a:srgbClr val="7030A0"/>
                </a:solidFill>
              </a:rPr>
              <a:t>B</a:t>
            </a:r>
            <a:r>
              <a:rPr lang="en-US" sz="1200" dirty="0">
                <a:solidFill>
                  <a:srgbClr val="7030A0"/>
                </a:solidFill>
              </a:rPr>
              <a:t> (49-96)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9D546CE-D916-29B4-2FB2-3CB06E855789}"/>
              </a:ext>
            </a:extLst>
          </p:cNvPr>
          <p:cNvCxnSpPr>
            <a:cxnSpLocks/>
            <a:stCxn id="53" idx="0"/>
            <a:endCxn id="51" idx="2"/>
          </p:cNvCxnSpPr>
          <p:nvPr/>
        </p:nvCxnSpPr>
        <p:spPr>
          <a:xfrm flipV="1">
            <a:off x="8322254" y="1361114"/>
            <a:ext cx="99170" cy="296975"/>
          </a:xfrm>
          <a:prstGeom prst="straightConnector1">
            <a:avLst/>
          </a:prstGeom>
          <a:ln w="3175">
            <a:solidFill>
              <a:srgbClr val="7030A0"/>
            </a:solidFill>
            <a:headEnd type="stealth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B577FA3D-EAFD-2D67-4983-852396724A55}"/>
              </a:ext>
            </a:extLst>
          </p:cNvPr>
          <p:cNvSpPr/>
          <p:nvPr/>
        </p:nvSpPr>
        <p:spPr>
          <a:xfrm>
            <a:off x="7072709" y="1969768"/>
            <a:ext cx="1678476" cy="67056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7030A0"/>
                </a:solidFill>
              </a:rPr>
              <a:t>LJ WING Rack 2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E85BE4C-1B0C-B396-3FC5-C04A880F3459}"/>
              </a:ext>
            </a:extLst>
          </p:cNvPr>
          <p:cNvSpPr/>
          <p:nvPr/>
        </p:nvSpPr>
        <p:spPr>
          <a:xfrm>
            <a:off x="7072709" y="2647207"/>
            <a:ext cx="672395" cy="67056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7030A0"/>
                </a:solidFill>
              </a:rPr>
              <a:t>AES50 A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24D1564-4060-8D55-CA1F-F10CB7C9BC13}"/>
              </a:ext>
            </a:extLst>
          </p:cNvPr>
          <p:cNvCxnSpPr>
            <a:cxnSpLocks/>
            <a:stCxn id="29" idx="3"/>
            <a:endCxn id="40" idx="1"/>
          </p:cNvCxnSpPr>
          <p:nvPr/>
        </p:nvCxnSpPr>
        <p:spPr>
          <a:xfrm>
            <a:off x="6096009" y="2305048"/>
            <a:ext cx="283280" cy="8827"/>
          </a:xfrm>
          <a:prstGeom prst="straightConnector1">
            <a:avLst/>
          </a:prstGeom>
          <a:ln w="3175">
            <a:solidFill>
              <a:schemeClr val="tx1"/>
            </a:solidFill>
            <a:headEnd type="stealth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8F6CDD6F-3FD9-69AD-E08F-C24A54FD6608}"/>
              </a:ext>
            </a:extLst>
          </p:cNvPr>
          <p:cNvSpPr txBox="1"/>
          <p:nvPr/>
        </p:nvSpPr>
        <p:spPr>
          <a:xfrm>
            <a:off x="1383758" y="4514851"/>
            <a:ext cx="837438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Recoding/Playback Notes: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To record into REAPER: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X32 routing  inputs should be </a:t>
            </a:r>
            <a:r>
              <a:rPr lang="en-US" sz="1200" dirty="0" err="1"/>
              <a:t>userin</a:t>
            </a:r>
            <a:r>
              <a:rPr lang="en-US" sz="1200" dirty="0"/>
              <a:t> 1-32 (record setup)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WING inputs should be MAIN choices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To PLAY from REAPER: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X32 routing inputs should be AES50 B 1-32 (play setup)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WING inputs should be ALT choices (USB)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Assignments VB Audio Matrix Coconut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Wing USB 1-48 -&gt; Virtual 1-48-&gt; REAPER 1-48 -&gt; Virtual 1-48 -&gt; Wing USB 1-48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KT USB 1-48 -&gt; Virtual 49-96 -&gt; REAPER 49-96 -&gt; KT USB 1-48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XLIVE USB 1-32 -&gt; Virtual 97-128 -&gt; REAPER 97-128 -&gt; XLIVE USB 1-32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515F843-21DA-4463-AC95-2CCBC15FA8DC}"/>
              </a:ext>
            </a:extLst>
          </p:cNvPr>
          <p:cNvSpPr/>
          <p:nvPr/>
        </p:nvSpPr>
        <p:spPr>
          <a:xfrm>
            <a:off x="213359" y="1654205"/>
            <a:ext cx="914400" cy="31850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rgbClr val="00B050"/>
                </a:solidFill>
              </a:rPr>
              <a:t>XLIVE USB (97-128)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9CBF636-0E4C-33DE-497A-2771573521B2}"/>
              </a:ext>
            </a:extLst>
          </p:cNvPr>
          <p:cNvSpPr/>
          <p:nvPr/>
        </p:nvSpPr>
        <p:spPr>
          <a:xfrm>
            <a:off x="3589020" y="2647208"/>
            <a:ext cx="830674" cy="598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FF0000"/>
                </a:solidFill>
              </a:rPr>
              <a:t>Local Ins for mics/</a:t>
            </a:r>
            <a:r>
              <a:rPr lang="en-US" sz="1100" dirty="0" err="1">
                <a:solidFill>
                  <a:srgbClr val="FF0000"/>
                </a:solidFill>
              </a:rPr>
              <a:t>fx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BD7D0EE-3638-CB27-96F6-9946E55407AA}"/>
              </a:ext>
            </a:extLst>
          </p:cNvPr>
          <p:cNvSpPr/>
          <p:nvPr/>
        </p:nvSpPr>
        <p:spPr>
          <a:xfrm>
            <a:off x="7142806" y="1664968"/>
            <a:ext cx="750517" cy="30480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7030A0"/>
                </a:solidFill>
              </a:rPr>
              <a:t>Local Ins for mics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258E000-901A-D68A-109B-0C713D886CB4}"/>
              </a:ext>
            </a:extLst>
          </p:cNvPr>
          <p:cNvSpPr/>
          <p:nvPr/>
        </p:nvSpPr>
        <p:spPr>
          <a:xfrm>
            <a:off x="7745104" y="2640330"/>
            <a:ext cx="1006081" cy="30480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7030A0"/>
                </a:solidFill>
              </a:rPr>
              <a:t>Local Outs for Monitors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8C5AD53-329D-AE35-8207-103D6CF01FD7}"/>
              </a:ext>
            </a:extLst>
          </p:cNvPr>
          <p:cNvSpPr/>
          <p:nvPr/>
        </p:nvSpPr>
        <p:spPr>
          <a:xfrm>
            <a:off x="4426944" y="2635939"/>
            <a:ext cx="908813" cy="5993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FF0000"/>
                </a:solidFill>
              </a:rPr>
              <a:t>Local Outs Mains/Subs/</a:t>
            </a:r>
            <a:r>
              <a:rPr lang="en-US" sz="1100" dirty="0" err="1">
                <a:solidFill>
                  <a:srgbClr val="FF0000"/>
                </a:solidFill>
              </a:rPr>
              <a:t>fx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5ADCB34-894E-9D39-5202-06C497376DCA}"/>
              </a:ext>
            </a:extLst>
          </p:cNvPr>
          <p:cNvSpPr/>
          <p:nvPr/>
        </p:nvSpPr>
        <p:spPr>
          <a:xfrm>
            <a:off x="3905107" y="3637148"/>
            <a:ext cx="1141281" cy="4052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FF0000"/>
                </a:solidFill>
              </a:rPr>
              <a:t>4 in 4 out </a:t>
            </a:r>
            <a:r>
              <a:rPr lang="en-US" sz="1100" dirty="0" err="1">
                <a:solidFill>
                  <a:srgbClr val="FF0000"/>
                </a:solidFill>
              </a:rPr>
              <a:t>ext</a:t>
            </a:r>
            <a:r>
              <a:rPr lang="en-US" sz="1100" dirty="0">
                <a:solidFill>
                  <a:srgbClr val="FF0000"/>
                </a:solidFill>
              </a:rPr>
              <a:t> </a:t>
            </a:r>
            <a:r>
              <a:rPr lang="en-US" sz="1100" dirty="0" err="1">
                <a:solidFill>
                  <a:srgbClr val="FF0000"/>
                </a:solidFill>
              </a:rPr>
              <a:t>fx</a:t>
            </a:r>
            <a:endParaRPr lang="en-US" sz="1100" dirty="0">
              <a:solidFill>
                <a:srgbClr val="FF0000"/>
              </a:solidFill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3BA2BF6-5365-49ED-8542-555048A7A6DA}"/>
              </a:ext>
            </a:extLst>
          </p:cNvPr>
          <p:cNvCxnSpPr>
            <a:cxnSpLocks/>
          </p:cNvCxnSpPr>
          <p:nvPr/>
        </p:nvCxnSpPr>
        <p:spPr>
          <a:xfrm flipV="1">
            <a:off x="4768405" y="3232235"/>
            <a:ext cx="0" cy="405262"/>
          </a:xfrm>
          <a:prstGeom prst="straightConnector1">
            <a:avLst/>
          </a:prstGeom>
          <a:ln w="3175">
            <a:solidFill>
              <a:srgbClr val="FF0000"/>
            </a:solidFill>
            <a:headEnd type="stealth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A6D67EF-8EF8-DF79-D771-5DFBEDA658C7}"/>
              </a:ext>
            </a:extLst>
          </p:cNvPr>
          <p:cNvCxnSpPr>
            <a:cxnSpLocks/>
          </p:cNvCxnSpPr>
          <p:nvPr/>
        </p:nvCxnSpPr>
        <p:spPr>
          <a:xfrm flipV="1">
            <a:off x="8248144" y="2936377"/>
            <a:ext cx="0" cy="309163"/>
          </a:xfrm>
          <a:prstGeom prst="straightConnector1">
            <a:avLst/>
          </a:prstGeom>
          <a:ln w="3175">
            <a:solidFill>
              <a:srgbClr val="7030A0"/>
            </a:solidFill>
            <a:headEnd type="stealth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4CEE8B8-80B9-0337-6106-BD6494C4FDB4}"/>
              </a:ext>
            </a:extLst>
          </p:cNvPr>
          <p:cNvCxnSpPr>
            <a:cxnSpLocks/>
          </p:cNvCxnSpPr>
          <p:nvPr/>
        </p:nvCxnSpPr>
        <p:spPr>
          <a:xfrm>
            <a:off x="4097677" y="3232235"/>
            <a:ext cx="0" cy="405262"/>
          </a:xfrm>
          <a:prstGeom prst="straightConnector1">
            <a:avLst/>
          </a:prstGeom>
          <a:ln w="3175">
            <a:solidFill>
              <a:srgbClr val="FF0000"/>
            </a:solidFill>
            <a:headEnd type="stealth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538249A-DCFE-438A-9C3E-4FD835DB454F}"/>
              </a:ext>
            </a:extLst>
          </p:cNvPr>
          <p:cNvSpPr txBox="1"/>
          <p:nvPr/>
        </p:nvSpPr>
        <p:spPr>
          <a:xfrm>
            <a:off x="285824" y="221696"/>
            <a:ext cx="1020461" cy="1901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900" dirty="0"/>
              <a:t>Rev 20260515a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B6C15B-B48B-1969-6713-313D15549343}"/>
              </a:ext>
            </a:extLst>
          </p:cNvPr>
          <p:cNvSpPr txBox="1"/>
          <p:nvPr/>
        </p:nvSpPr>
        <p:spPr>
          <a:xfrm>
            <a:off x="265945" y="1031942"/>
            <a:ext cx="1555234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 err="1">
                <a:solidFill>
                  <a:srgbClr val="00B050"/>
                </a:solidFill>
              </a:rPr>
              <a:t>AOut</a:t>
            </a:r>
            <a:r>
              <a:rPr lang="en-US" sz="1050" dirty="0">
                <a:solidFill>
                  <a:srgbClr val="00B050"/>
                </a:solidFill>
              </a:rPr>
              <a:t> 1-8=Out 1-8</a:t>
            </a:r>
          </a:p>
          <a:p>
            <a:r>
              <a:rPr lang="en-US" sz="1050" dirty="0" err="1">
                <a:solidFill>
                  <a:srgbClr val="00B050"/>
                </a:solidFill>
              </a:rPr>
              <a:t>AOut</a:t>
            </a:r>
            <a:r>
              <a:rPr lang="en-US" sz="1050" dirty="0">
                <a:solidFill>
                  <a:srgbClr val="00B050"/>
                </a:solidFill>
              </a:rPr>
              <a:t> 9-16=Out 9-16</a:t>
            </a:r>
          </a:p>
          <a:p>
            <a:r>
              <a:rPr lang="en-US" sz="1050" dirty="0" err="1">
                <a:solidFill>
                  <a:srgbClr val="00B050"/>
                </a:solidFill>
              </a:rPr>
              <a:t>BOut</a:t>
            </a:r>
            <a:r>
              <a:rPr lang="en-US" sz="1050" dirty="0">
                <a:solidFill>
                  <a:srgbClr val="00B050"/>
                </a:solidFill>
              </a:rPr>
              <a:t> 1-48=UsrOut1=48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41231DD-E74A-8B14-2734-652241246E67}"/>
              </a:ext>
            </a:extLst>
          </p:cNvPr>
          <p:cNvCxnSpPr>
            <a:cxnSpLocks/>
            <a:stCxn id="52" idx="3"/>
          </p:cNvCxnSpPr>
          <p:nvPr/>
        </p:nvCxnSpPr>
        <p:spPr>
          <a:xfrm flipV="1">
            <a:off x="1127759" y="1374819"/>
            <a:ext cx="1410725" cy="438638"/>
          </a:xfrm>
          <a:prstGeom prst="straightConnector1">
            <a:avLst/>
          </a:prstGeom>
          <a:ln w="3175">
            <a:solidFill>
              <a:schemeClr val="tx1"/>
            </a:solidFill>
            <a:headEnd type="stealth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6780821F-E986-265D-8306-526BF1AF2CF8}"/>
              </a:ext>
            </a:extLst>
          </p:cNvPr>
          <p:cNvSpPr/>
          <p:nvPr/>
        </p:nvSpPr>
        <p:spPr>
          <a:xfrm>
            <a:off x="6379289" y="1978595"/>
            <a:ext cx="693420" cy="67056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7030A0"/>
                </a:solidFill>
              </a:rPr>
              <a:t>AES50 C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2458F9B-C41D-55F5-4017-183E668E65CA}"/>
              </a:ext>
            </a:extLst>
          </p:cNvPr>
          <p:cNvSpPr/>
          <p:nvPr/>
        </p:nvSpPr>
        <p:spPr>
          <a:xfrm>
            <a:off x="2780904" y="3545906"/>
            <a:ext cx="914400" cy="304800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i="1" dirty="0">
                <a:solidFill>
                  <a:srgbClr val="FF0000"/>
                </a:solidFill>
              </a:rPr>
              <a:t>AES50 A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DECC606-3A9C-50F7-82CE-A061714266F1}"/>
              </a:ext>
            </a:extLst>
          </p:cNvPr>
          <p:cNvSpPr/>
          <p:nvPr/>
        </p:nvSpPr>
        <p:spPr>
          <a:xfrm>
            <a:off x="2780904" y="3850706"/>
            <a:ext cx="914400" cy="304800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i="1" dirty="0">
                <a:solidFill>
                  <a:srgbClr val="FF0000"/>
                </a:solidFill>
              </a:rPr>
              <a:t>DL 16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5EA1E0E-0B48-3633-9EE6-60B985B595A8}"/>
              </a:ext>
            </a:extLst>
          </p:cNvPr>
          <p:cNvSpPr/>
          <p:nvPr/>
        </p:nvSpPr>
        <p:spPr>
          <a:xfrm>
            <a:off x="2780904" y="4155506"/>
            <a:ext cx="914400" cy="304800"/>
          </a:xfrm>
          <a:prstGeom prst="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i="1" dirty="0">
                <a:solidFill>
                  <a:srgbClr val="FF0000"/>
                </a:solidFill>
              </a:rPr>
              <a:t>AES50 B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56FA6A3-D1EC-69D8-C816-AEE99154E2FD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3238104" y="3245540"/>
            <a:ext cx="4205" cy="303480"/>
          </a:xfrm>
          <a:prstGeom prst="straightConnector1">
            <a:avLst/>
          </a:prstGeom>
          <a:ln w="3175">
            <a:solidFill>
              <a:srgbClr val="FF0000"/>
            </a:solidFill>
            <a:headEnd type="stealth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CACE358B-B824-C5B1-F89E-0C571C1D98BC}"/>
              </a:ext>
            </a:extLst>
          </p:cNvPr>
          <p:cNvSpPr/>
          <p:nvPr/>
        </p:nvSpPr>
        <p:spPr>
          <a:xfrm>
            <a:off x="8060341" y="3245540"/>
            <a:ext cx="450378" cy="30480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7030A0"/>
                </a:solidFill>
              </a:rPr>
              <a:t>1-6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F61FC82-CECE-2392-9120-C1BD2676E377}"/>
              </a:ext>
            </a:extLst>
          </p:cNvPr>
          <p:cNvSpPr/>
          <p:nvPr/>
        </p:nvSpPr>
        <p:spPr>
          <a:xfrm>
            <a:off x="6987239" y="3637148"/>
            <a:ext cx="914400" cy="304800"/>
          </a:xfrm>
          <a:prstGeom prst="rect">
            <a:avLst/>
          </a:prstGeom>
          <a:noFill/>
          <a:ln>
            <a:solidFill>
              <a:srgbClr val="7030A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i="1" dirty="0">
                <a:solidFill>
                  <a:srgbClr val="7030A0"/>
                </a:solidFill>
              </a:rPr>
              <a:t>AES50 A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51DC4F9-4B88-3869-FC36-86BBFBD1E219}"/>
              </a:ext>
            </a:extLst>
          </p:cNvPr>
          <p:cNvSpPr/>
          <p:nvPr/>
        </p:nvSpPr>
        <p:spPr>
          <a:xfrm>
            <a:off x="6987239" y="3941948"/>
            <a:ext cx="914400" cy="304800"/>
          </a:xfrm>
          <a:prstGeom prst="rect">
            <a:avLst/>
          </a:prstGeom>
          <a:noFill/>
          <a:ln>
            <a:solidFill>
              <a:srgbClr val="7030A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i="1" dirty="0">
                <a:solidFill>
                  <a:srgbClr val="7030A0"/>
                </a:solidFill>
              </a:rPr>
              <a:t>DL 16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553A994-A8E1-B018-FB3F-DE6062A8E2C9}"/>
              </a:ext>
            </a:extLst>
          </p:cNvPr>
          <p:cNvSpPr/>
          <p:nvPr/>
        </p:nvSpPr>
        <p:spPr>
          <a:xfrm>
            <a:off x="6987239" y="4246748"/>
            <a:ext cx="914400" cy="304800"/>
          </a:xfrm>
          <a:prstGeom prst="rect">
            <a:avLst/>
          </a:prstGeom>
          <a:noFill/>
          <a:ln>
            <a:solidFill>
              <a:srgbClr val="7030A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i="1" dirty="0">
                <a:solidFill>
                  <a:srgbClr val="7030A0"/>
                </a:solidFill>
              </a:rPr>
              <a:t>AES50 B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7DA0E31-B315-E779-3DBA-A2CE59EFD7B9}"/>
              </a:ext>
            </a:extLst>
          </p:cNvPr>
          <p:cNvCxnSpPr>
            <a:cxnSpLocks/>
          </p:cNvCxnSpPr>
          <p:nvPr/>
        </p:nvCxnSpPr>
        <p:spPr>
          <a:xfrm flipH="1">
            <a:off x="7444439" y="3336782"/>
            <a:ext cx="4205" cy="303480"/>
          </a:xfrm>
          <a:prstGeom prst="straightConnector1">
            <a:avLst/>
          </a:prstGeom>
          <a:ln w="3175">
            <a:solidFill>
              <a:srgbClr val="7030A0"/>
            </a:solidFill>
            <a:prstDash val="sysDot"/>
            <a:headEnd type="stealth"/>
            <a:tailEnd type="stealth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837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A09965F-7C45-515A-71D6-4AE99F918A4F}"/>
              </a:ext>
            </a:extLst>
          </p:cNvPr>
          <p:cNvSpPr/>
          <p:nvPr/>
        </p:nvSpPr>
        <p:spPr>
          <a:xfrm>
            <a:off x="1515101" y="4436770"/>
            <a:ext cx="1458048" cy="2026402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822F78-22E6-330C-A4AD-AF40602254C9}"/>
              </a:ext>
            </a:extLst>
          </p:cNvPr>
          <p:cNvSpPr txBox="1"/>
          <p:nvPr/>
        </p:nvSpPr>
        <p:spPr>
          <a:xfrm>
            <a:off x="4141719" y="399018"/>
            <a:ext cx="599846" cy="190195"/>
          </a:xfrm>
          <a:prstGeom prst="rect">
            <a:avLst/>
          </a:prstGeom>
          <a:noFill/>
        </p:spPr>
        <p:txBody>
          <a:bodyPr wrap="square" rtlCol="0">
            <a:normAutofit fontScale="62500" lnSpcReduction="20000"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WING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203D02-5D53-1ABF-35A8-013F0F97C88C}"/>
              </a:ext>
            </a:extLst>
          </p:cNvPr>
          <p:cNvSpPr txBox="1"/>
          <p:nvPr/>
        </p:nvSpPr>
        <p:spPr>
          <a:xfrm>
            <a:off x="1154886" y="318379"/>
            <a:ext cx="599846" cy="190195"/>
          </a:xfrm>
          <a:prstGeom prst="rect">
            <a:avLst/>
          </a:prstGeom>
          <a:noFill/>
        </p:spPr>
        <p:txBody>
          <a:bodyPr wrap="square" rtlCol="0">
            <a:normAutofit fontScale="62500" lnSpcReduction="20000"/>
          </a:bodyPr>
          <a:lstStyle/>
          <a:p>
            <a:r>
              <a:rPr lang="en-US" sz="1100" dirty="0">
                <a:solidFill>
                  <a:srgbClr val="7030A0"/>
                </a:solidFill>
              </a:rPr>
              <a:t>WING2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842ECE-B889-F2F0-8937-2FEFFDE801BA}"/>
              </a:ext>
            </a:extLst>
          </p:cNvPr>
          <p:cNvSpPr txBox="1"/>
          <p:nvPr/>
        </p:nvSpPr>
        <p:spPr>
          <a:xfrm>
            <a:off x="2302728" y="4436770"/>
            <a:ext cx="599846" cy="190195"/>
          </a:xfrm>
          <a:prstGeom prst="rect">
            <a:avLst/>
          </a:prstGeom>
          <a:noFill/>
        </p:spPr>
        <p:txBody>
          <a:bodyPr wrap="square" rtlCol="0">
            <a:normAutofit fontScale="62500" lnSpcReduction="20000"/>
          </a:bodyPr>
          <a:lstStyle/>
          <a:p>
            <a:r>
              <a:rPr lang="en-US" sz="1100" dirty="0">
                <a:solidFill>
                  <a:srgbClr val="00B050"/>
                </a:solidFill>
              </a:rPr>
              <a:t>CM X32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373E3A-CAB4-36E2-4AF0-E7F58FBE8728}"/>
              </a:ext>
            </a:extLst>
          </p:cNvPr>
          <p:cNvSpPr txBox="1"/>
          <p:nvPr/>
        </p:nvSpPr>
        <p:spPr>
          <a:xfrm>
            <a:off x="2589709" y="314459"/>
            <a:ext cx="766879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Vocal Channels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78BDFB-063C-66E8-B02A-C4F131C3EBA3}"/>
              </a:ext>
            </a:extLst>
          </p:cNvPr>
          <p:cNvSpPr txBox="1"/>
          <p:nvPr/>
        </p:nvSpPr>
        <p:spPr>
          <a:xfrm>
            <a:off x="3411067" y="614393"/>
            <a:ext cx="647852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Bus 01 VOX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91F1DC-07C0-0038-D1C8-C00BC13C20BE}"/>
              </a:ext>
            </a:extLst>
          </p:cNvPr>
          <p:cNvSpPr txBox="1"/>
          <p:nvPr/>
        </p:nvSpPr>
        <p:spPr>
          <a:xfrm>
            <a:off x="3407081" y="804589"/>
            <a:ext cx="647852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Bus 02 vvrb1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2C54C2-0722-3BFB-6929-93C31D1267E5}"/>
              </a:ext>
            </a:extLst>
          </p:cNvPr>
          <p:cNvSpPr txBox="1"/>
          <p:nvPr/>
        </p:nvSpPr>
        <p:spPr>
          <a:xfrm>
            <a:off x="3407081" y="994784"/>
            <a:ext cx="647852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Bus 03 vvrb2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3549C93-D666-A71F-40DE-ED9F08DB7DBA}"/>
              </a:ext>
            </a:extLst>
          </p:cNvPr>
          <p:cNvCxnSpPr>
            <a:cxnSpLocks/>
            <a:stCxn id="7" idx="2"/>
            <a:endCxn id="8" idx="1"/>
          </p:cNvCxnSpPr>
          <p:nvPr/>
        </p:nvCxnSpPr>
        <p:spPr>
          <a:xfrm>
            <a:off x="2973149" y="504654"/>
            <a:ext cx="437918" cy="204837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F24B930-34E5-8BAD-F3E2-E37CA3533DD8}"/>
              </a:ext>
            </a:extLst>
          </p:cNvPr>
          <p:cNvCxnSpPr>
            <a:cxnSpLocks/>
            <a:stCxn id="7" idx="2"/>
            <a:endCxn id="9" idx="1"/>
          </p:cNvCxnSpPr>
          <p:nvPr/>
        </p:nvCxnSpPr>
        <p:spPr>
          <a:xfrm>
            <a:off x="2973149" y="504654"/>
            <a:ext cx="433932" cy="395033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E587342-F81E-4B76-FDF1-CFB79AB8436F}"/>
              </a:ext>
            </a:extLst>
          </p:cNvPr>
          <p:cNvCxnSpPr>
            <a:cxnSpLocks/>
            <a:stCxn id="7" idx="2"/>
            <a:endCxn id="10" idx="1"/>
          </p:cNvCxnSpPr>
          <p:nvPr/>
        </p:nvCxnSpPr>
        <p:spPr>
          <a:xfrm>
            <a:off x="2973149" y="504654"/>
            <a:ext cx="433932" cy="585228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4DEA13C-678D-3428-8EED-6AC37A5B65D7}"/>
              </a:ext>
            </a:extLst>
          </p:cNvPr>
          <p:cNvSpPr txBox="1"/>
          <p:nvPr/>
        </p:nvSpPr>
        <p:spPr>
          <a:xfrm>
            <a:off x="2468514" y="1941100"/>
            <a:ext cx="766879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 err="1">
                <a:solidFill>
                  <a:srgbClr val="FF0000"/>
                </a:solidFill>
              </a:rPr>
              <a:t>Instr</a:t>
            </a:r>
            <a:r>
              <a:rPr lang="en-US" sz="800" dirty="0">
                <a:solidFill>
                  <a:srgbClr val="FF0000"/>
                </a:solidFill>
              </a:rPr>
              <a:t> Channels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F39AFE-3553-5C9E-71AF-F09AD45DA8D6}"/>
              </a:ext>
            </a:extLst>
          </p:cNvPr>
          <p:cNvSpPr txBox="1"/>
          <p:nvPr/>
        </p:nvSpPr>
        <p:spPr>
          <a:xfrm>
            <a:off x="3407081" y="1242026"/>
            <a:ext cx="647852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Bus 04 Inst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0156CA-3CAC-8ED6-100D-E4E7CEE93CA9}"/>
              </a:ext>
            </a:extLst>
          </p:cNvPr>
          <p:cNvSpPr txBox="1"/>
          <p:nvPr/>
        </p:nvSpPr>
        <p:spPr>
          <a:xfrm>
            <a:off x="3407081" y="1432221"/>
            <a:ext cx="647852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Bus 05 ivrb1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0E479A-524B-71D4-FE90-295A59B490A8}"/>
              </a:ext>
            </a:extLst>
          </p:cNvPr>
          <p:cNvSpPr txBox="1"/>
          <p:nvPr/>
        </p:nvSpPr>
        <p:spPr>
          <a:xfrm>
            <a:off x="3407081" y="1622416"/>
            <a:ext cx="647852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Bus 06 ivrb2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493FEE4-61D8-6A2C-BC79-6BE11BBBD9A1}"/>
              </a:ext>
            </a:extLst>
          </p:cNvPr>
          <p:cNvCxnSpPr>
            <a:cxnSpLocks/>
            <a:stCxn id="19" idx="0"/>
            <a:endCxn id="20" idx="1"/>
          </p:cNvCxnSpPr>
          <p:nvPr/>
        </p:nvCxnSpPr>
        <p:spPr>
          <a:xfrm flipV="1">
            <a:off x="2851954" y="1337124"/>
            <a:ext cx="555127" cy="603976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6E053C3-514A-BA05-1775-3842D24FB3D4}"/>
              </a:ext>
            </a:extLst>
          </p:cNvPr>
          <p:cNvCxnSpPr>
            <a:cxnSpLocks/>
            <a:stCxn id="19" idx="0"/>
            <a:endCxn id="21" idx="1"/>
          </p:cNvCxnSpPr>
          <p:nvPr/>
        </p:nvCxnSpPr>
        <p:spPr>
          <a:xfrm flipV="1">
            <a:off x="2851954" y="1527319"/>
            <a:ext cx="555127" cy="413781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3BA58A8-7226-DAF8-82A8-6CF0C7FE6724}"/>
              </a:ext>
            </a:extLst>
          </p:cNvPr>
          <p:cNvCxnSpPr>
            <a:cxnSpLocks/>
            <a:stCxn id="19" idx="0"/>
            <a:endCxn id="22" idx="1"/>
          </p:cNvCxnSpPr>
          <p:nvPr/>
        </p:nvCxnSpPr>
        <p:spPr>
          <a:xfrm flipV="1">
            <a:off x="2851954" y="1717514"/>
            <a:ext cx="555127" cy="223586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BAC9610-34C6-15C4-C48E-31DC1352F1FC}"/>
              </a:ext>
            </a:extLst>
          </p:cNvPr>
          <p:cNvSpPr txBox="1"/>
          <p:nvPr/>
        </p:nvSpPr>
        <p:spPr>
          <a:xfrm>
            <a:off x="1454809" y="3485949"/>
            <a:ext cx="766879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Any Channel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4A07F02-F3A4-14D7-3522-8991CE1DB523}"/>
              </a:ext>
            </a:extLst>
          </p:cNvPr>
          <p:cNvSpPr txBox="1"/>
          <p:nvPr/>
        </p:nvSpPr>
        <p:spPr>
          <a:xfrm>
            <a:off x="2438095" y="2915212"/>
            <a:ext cx="928959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Bus 07 </a:t>
            </a:r>
            <a:r>
              <a:rPr lang="en-US" sz="800" dirty="0" err="1">
                <a:solidFill>
                  <a:srgbClr val="FF0000"/>
                </a:solidFill>
              </a:rPr>
              <a:t>mon</a:t>
            </a:r>
            <a:r>
              <a:rPr lang="en-US" sz="800" dirty="0">
                <a:solidFill>
                  <a:srgbClr val="FF0000"/>
                </a:solidFill>
              </a:rPr>
              <a:t> 1 </a:t>
            </a:r>
            <a:r>
              <a:rPr lang="en-US" sz="800" dirty="0" err="1">
                <a:solidFill>
                  <a:srgbClr val="FF0000"/>
                </a:solidFill>
              </a:rPr>
              <a:t>OvrChr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2E886C9-F584-B87F-DEC3-9F4600265421}"/>
              </a:ext>
            </a:extLst>
          </p:cNvPr>
          <p:cNvSpPr txBox="1"/>
          <p:nvPr/>
        </p:nvSpPr>
        <p:spPr>
          <a:xfrm>
            <a:off x="2438096" y="3105407"/>
            <a:ext cx="928958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Bus 08 </a:t>
            </a:r>
            <a:r>
              <a:rPr lang="en-US" sz="800" dirty="0" err="1">
                <a:solidFill>
                  <a:srgbClr val="FF0000"/>
                </a:solidFill>
              </a:rPr>
              <a:t>mon</a:t>
            </a:r>
            <a:r>
              <a:rPr lang="en-US" sz="800" dirty="0">
                <a:solidFill>
                  <a:srgbClr val="FF0000"/>
                </a:solidFill>
              </a:rPr>
              <a:t> 2 Piano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AC0ADBC-D9F5-A61C-1B16-2F919B176B59}"/>
              </a:ext>
            </a:extLst>
          </p:cNvPr>
          <p:cNvSpPr txBox="1"/>
          <p:nvPr/>
        </p:nvSpPr>
        <p:spPr>
          <a:xfrm>
            <a:off x="2438096" y="3295602"/>
            <a:ext cx="928958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Bus 09 </a:t>
            </a:r>
            <a:r>
              <a:rPr lang="en-US" sz="800" dirty="0" err="1">
                <a:solidFill>
                  <a:srgbClr val="FF0000"/>
                </a:solidFill>
              </a:rPr>
              <a:t>mon</a:t>
            </a:r>
            <a:r>
              <a:rPr lang="en-US" sz="800" dirty="0">
                <a:solidFill>
                  <a:srgbClr val="FF0000"/>
                </a:solidFill>
              </a:rPr>
              <a:t> 3 Organ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63C71CB-7026-C56F-77FB-A5731BC8AEEE}"/>
              </a:ext>
            </a:extLst>
          </p:cNvPr>
          <p:cNvCxnSpPr>
            <a:cxnSpLocks/>
            <a:stCxn id="33" idx="3"/>
            <a:endCxn id="34" idx="1"/>
          </p:cNvCxnSpPr>
          <p:nvPr/>
        </p:nvCxnSpPr>
        <p:spPr>
          <a:xfrm flipV="1">
            <a:off x="2221688" y="3010310"/>
            <a:ext cx="216407" cy="570737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9E1B9F6-8257-1E22-2406-285E0B2F8D30}"/>
              </a:ext>
            </a:extLst>
          </p:cNvPr>
          <p:cNvCxnSpPr>
            <a:cxnSpLocks/>
            <a:stCxn id="33" idx="3"/>
            <a:endCxn id="35" idx="1"/>
          </p:cNvCxnSpPr>
          <p:nvPr/>
        </p:nvCxnSpPr>
        <p:spPr>
          <a:xfrm flipV="1">
            <a:off x="2221688" y="3200505"/>
            <a:ext cx="216408" cy="380542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7F19DA8-E7E8-E896-E6D8-D00D545D762B}"/>
              </a:ext>
            </a:extLst>
          </p:cNvPr>
          <p:cNvCxnSpPr>
            <a:cxnSpLocks/>
            <a:stCxn id="33" idx="3"/>
            <a:endCxn id="36" idx="1"/>
          </p:cNvCxnSpPr>
          <p:nvPr/>
        </p:nvCxnSpPr>
        <p:spPr>
          <a:xfrm flipV="1">
            <a:off x="2221688" y="3390700"/>
            <a:ext cx="216408" cy="190347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8601EF2A-FB6D-62CD-C102-7DD8F67DCDEA}"/>
              </a:ext>
            </a:extLst>
          </p:cNvPr>
          <p:cNvSpPr txBox="1"/>
          <p:nvPr/>
        </p:nvSpPr>
        <p:spPr>
          <a:xfrm>
            <a:off x="2438096" y="3485950"/>
            <a:ext cx="928958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Bus 10 </a:t>
            </a:r>
            <a:r>
              <a:rPr lang="en-US" sz="800" dirty="0" err="1">
                <a:solidFill>
                  <a:srgbClr val="FF0000"/>
                </a:solidFill>
              </a:rPr>
              <a:t>mon</a:t>
            </a:r>
            <a:r>
              <a:rPr lang="en-US" sz="800" dirty="0">
                <a:solidFill>
                  <a:srgbClr val="FF0000"/>
                </a:solidFill>
              </a:rPr>
              <a:t> 4 Guitar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D17BD6E-04B1-5402-FE37-2EE7DAB1FFCE}"/>
              </a:ext>
            </a:extLst>
          </p:cNvPr>
          <p:cNvSpPr txBox="1"/>
          <p:nvPr/>
        </p:nvSpPr>
        <p:spPr>
          <a:xfrm>
            <a:off x="2438096" y="3675991"/>
            <a:ext cx="928958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Bus 11 </a:t>
            </a:r>
            <a:r>
              <a:rPr lang="en-US" sz="800" dirty="0" err="1">
                <a:solidFill>
                  <a:srgbClr val="FF0000"/>
                </a:solidFill>
              </a:rPr>
              <a:t>mon</a:t>
            </a:r>
            <a:r>
              <a:rPr lang="en-US" sz="800" dirty="0">
                <a:solidFill>
                  <a:srgbClr val="FF0000"/>
                </a:solidFill>
              </a:rPr>
              <a:t> 5 Vocal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BEA2833-2730-21BB-9488-340C47AB5FA2}"/>
              </a:ext>
            </a:extLst>
          </p:cNvPr>
          <p:cNvSpPr txBox="1"/>
          <p:nvPr/>
        </p:nvSpPr>
        <p:spPr>
          <a:xfrm>
            <a:off x="2438096" y="3866186"/>
            <a:ext cx="928958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Bus 12 </a:t>
            </a:r>
            <a:r>
              <a:rPr lang="en-US" sz="800" dirty="0" err="1">
                <a:solidFill>
                  <a:srgbClr val="FF0000"/>
                </a:solidFill>
              </a:rPr>
              <a:t>mon</a:t>
            </a:r>
            <a:r>
              <a:rPr lang="en-US" sz="800" dirty="0">
                <a:solidFill>
                  <a:srgbClr val="FF0000"/>
                </a:solidFill>
              </a:rPr>
              <a:t> 6 Drum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5757F02-B852-4593-146A-85FAFCCE73D7}"/>
              </a:ext>
            </a:extLst>
          </p:cNvPr>
          <p:cNvCxnSpPr>
            <a:cxnSpLocks/>
            <a:stCxn id="33" idx="3"/>
            <a:endCxn id="46" idx="1"/>
          </p:cNvCxnSpPr>
          <p:nvPr/>
        </p:nvCxnSpPr>
        <p:spPr>
          <a:xfrm>
            <a:off x="2221688" y="3581047"/>
            <a:ext cx="216408" cy="1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3066C87-3B3F-B296-0D33-6526A64B05E7}"/>
              </a:ext>
            </a:extLst>
          </p:cNvPr>
          <p:cNvCxnSpPr>
            <a:cxnSpLocks/>
            <a:stCxn id="33" idx="3"/>
            <a:endCxn id="47" idx="1"/>
          </p:cNvCxnSpPr>
          <p:nvPr/>
        </p:nvCxnSpPr>
        <p:spPr>
          <a:xfrm>
            <a:off x="2221688" y="3581047"/>
            <a:ext cx="216408" cy="190042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166115C-64C5-D237-7592-8CD1A97423F7}"/>
              </a:ext>
            </a:extLst>
          </p:cNvPr>
          <p:cNvCxnSpPr>
            <a:cxnSpLocks/>
            <a:stCxn id="33" idx="3"/>
            <a:endCxn id="48" idx="1"/>
          </p:cNvCxnSpPr>
          <p:nvPr/>
        </p:nvCxnSpPr>
        <p:spPr>
          <a:xfrm>
            <a:off x="2221688" y="3581047"/>
            <a:ext cx="216408" cy="380237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2C7F199A-E23D-51B1-CD29-124EAB15AC58}"/>
              </a:ext>
            </a:extLst>
          </p:cNvPr>
          <p:cNvSpPr txBox="1"/>
          <p:nvPr/>
        </p:nvSpPr>
        <p:spPr>
          <a:xfrm>
            <a:off x="3370736" y="2914903"/>
            <a:ext cx="331979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C43 out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3ACE5BA-76DE-CEE2-A0C4-369E4EEC5E92}"/>
              </a:ext>
            </a:extLst>
          </p:cNvPr>
          <p:cNvSpPr txBox="1"/>
          <p:nvPr/>
        </p:nvSpPr>
        <p:spPr>
          <a:xfrm>
            <a:off x="3370735" y="3104866"/>
            <a:ext cx="331979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C44 out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B01CAAA-4C70-B297-E60D-D311EF904DA9}"/>
              </a:ext>
            </a:extLst>
          </p:cNvPr>
          <p:cNvSpPr txBox="1"/>
          <p:nvPr/>
        </p:nvSpPr>
        <p:spPr>
          <a:xfrm>
            <a:off x="3370736" y="3295292"/>
            <a:ext cx="331979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C45 out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96A66FE-2236-1570-D4CE-C68A87A68108}"/>
              </a:ext>
            </a:extLst>
          </p:cNvPr>
          <p:cNvSpPr txBox="1"/>
          <p:nvPr/>
        </p:nvSpPr>
        <p:spPr>
          <a:xfrm>
            <a:off x="3370735" y="3484947"/>
            <a:ext cx="331979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C46 out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CE9715A-9CF8-F446-C8EC-2A5A5307919F}"/>
              </a:ext>
            </a:extLst>
          </p:cNvPr>
          <p:cNvSpPr txBox="1"/>
          <p:nvPr/>
        </p:nvSpPr>
        <p:spPr>
          <a:xfrm>
            <a:off x="3370735" y="3675373"/>
            <a:ext cx="331979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C47 out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812E81E-014F-BCE2-B5FB-BE52C362F79F}"/>
              </a:ext>
            </a:extLst>
          </p:cNvPr>
          <p:cNvSpPr txBox="1"/>
          <p:nvPr/>
        </p:nvSpPr>
        <p:spPr>
          <a:xfrm>
            <a:off x="3370735" y="3868998"/>
            <a:ext cx="331979" cy="1898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C48 out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DAC4998-F8CF-654F-7D93-3A4AAA6A61B7}"/>
              </a:ext>
            </a:extLst>
          </p:cNvPr>
          <p:cNvSpPr txBox="1"/>
          <p:nvPr/>
        </p:nvSpPr>
        <p:spPr>
          <a:xfrm>
            <a:off x="3702715" y="2914596"/>
            <a:ext cx="331979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C43 in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F0B671D-53E9-B49B-89A4-4E4B48DB65CE}"/>
              </a:ext>
            </a:extLst>
          </p:cNvPr>
          <p:cNvSpPr txBox="1"/>
          <p:nvPr/>
        </p:nvSpPr>
        <p:spPr>
          <a:xfrm>
            <a:off x="3702714" y="3104559"/>
            <a:ext cx="331979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C44 in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3E05795-BD68-4F0E-4C47-93077DEBB706}"/>
              </a:ext>
            </a:extLst>
          </p:cNvPr>
          <p:cNvSpPr txBox="1"/>
          <p:nvPr/>
        </p:nvSpPr>
        <p:spPr>
          <a:xfrm>
            <a:off x="3702715" y="3294985"/>
            <a:ext cx="331979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C45 in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2CD2641-0446-C529-EC47-6BD630EE4113}"/>
              </a:ext>
            </a:extLst>
          </p:cNvPr>
          <p:cNvSpPr txBox="1"/>
          <p:nvPr/>
        </p:nvSpPr>
        <p:spPr>
          <a:xfrm>
            <a:off x="3702714" y="3484640"/>
            <a:ext cx="331979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C46 in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D7B4FC8-9C70-83E4-5BB4-471D10BCF7E1}"/>
              </a:ext>
            </a:extLst>
          </p:cNvPr>
          <p:cNvSpPr txBox="1"/>
          <p:nvPr/>
        </p:nvSpPr>
        <p:spPr>
          <a:xfrm>
            <a:off x="3702714" y="3675067"/>
            <a:ext cx="331979" cy="193546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C47 in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29812D7-0B2B-3F52-8026-FF29DAB3BB20}"/>
              </a:ext>
            </a:extLst>
          </p:cNvPr>
          <p:cNvSpPr txBox="1"/>
          <p:nvPr/>
        </p:nvSpPr>
        <p:spPr>
          <a:xfrm>
            <a:off x="3702714" y="3871196"/>
            <a:ext cx="331979" cy="187304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2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C48 in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4B21265-06CF-E479-3862-A136685D32E2}"/>
              </a:ext>
            </a:extLst>
          </p:cNvPr>
          <p:cNvSpPr txBox="1"/>
          <p:nvPr/>
        </p:nvSpPr>
        <p:spPr>
          <a:xfrm>
            <a:off x="4034692" y="2914980"/>
            <a:ext cx="445101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chAUX1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FF69DA7-5F5F-FEFD-5235-4CA8C214FBEA}"/>
              </a:ext>
            </a:extLst>
          </p:cNvPr>
          <p:cNvSpPr txBox="1"/>
          <p:nvPr/>
        </p:nvSpPr>
        <p:spPr>
          <a:xfrm>
            <a:off x="4034691" y="3104943"/>
            <a:ext cx="445101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chAUX2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E677037-71F4-6647-0F15-5C22AB42E65A}"/>
              </a:ext>
            </a:extLst>
          </p:cNvPr>
          <p:cNvSpPr txBox="1"/>
          <p:nvPr/>
        </p:nvSpPr>
        <p:spPr>
          <a:xfrm>
            <a:off x="4034692" y="3295369"/>
            <a:ext cx="445101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chAUX3</a:t>
            </a:r>
          </a:p>
          <a:p>
            <a:pPr algn="ctr"/>
            <a:endParaRPr lang="en-US" sz="800" dirty="0">
              <a:solidFill>
                <a:srgbClr val="7030A0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57B6171-62FC-E744-94B1-717AFB5B9A51}"/>
              </a:ext>
            </a:extLst>
          </p:cNvPr>
          <p:cNvSpPr txBox="1"/>
          <p:nvPr/>
        </p:nvSpPr>
        <p:spPr>
          <a:xfrm>
            <a:off x="4034691" y="3485024"/>
            <a:ext cx="445101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chAUX4</a:t>
            </a:r>
          </a:p>
          <a:p>
            <a:pPr algn="ctr"/>
            <a:endParaRPr lang="en-US" sz="800" dirty="0">
              <a:solidFill>
                <a:srgbClr val="7030A0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34A980D-11F7-F025-4E09-2A7174AAE0E1}"/>
              </a:ext>
            </a:extLst>
          </p:cNvPr>
          <p:cNvSpPr txBox="1"/>
          <p:nvPr/>
        </p:nvSpPr>
        <p:spPr>
          <a:xfrm>
            <a:off x="4034691" y="3675450"/>
            <a:ext cx="445101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chAUX5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9E30C40-26F2-7E25-86BE-BF78190CA931}"/>
              </a:ext>
            </a:extLst>
          </p:cNvPr>
          <p:cNvSpPr txBox="1"/>
          <p:nvPr/>
        </p:nvSpPr>
        <p:spPr>
          <a:xfrm>
            <a:off x="4034691" y="3862987"/>
            <a:ext cx="445101" cy="19589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chAUX6</a:t>
            </a:r>
          </a:p>
          <a:p>
            <a:pPr algn="ctr"/>
            <a:endParaRPr lang="en-US" sz="800" dirty="0">
              <a:solidFill>
                <a:srgbClr val="7030A0"/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9EF95A5-5175-282B-C50E-9D384685DDF6}"/>
              </a:ext>
            </a:extLst>
          </p:cNvPr>
          <p:cNvSpPr txBox="1"/>
          <p:nvPr/>
        </p:nvSpPr>
        <p:spPr>
          <a:xfrm>
            <a:off x="4994759" y="2915212"/>
            <a:ext cx="331979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Bus 07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69C08C9-6582-10B3-43E8-5ADCEE69705A}"/>
              </a:ext>
            </a:extLst>
          </p:cNvPr>
          <p:cNvSpPr txBox="1"/>
          <p:nvPr/>
        </p:nvSpPr>
        <p:spPr>
          <a:xfrm>
            <a:off x="4994758" y="3105175"/>
            <a:ext cx="331979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Bus 08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4B5A1B1-0D44-9F68-C371-68B4B9FB9901}"/>
              </a:ext>
            </a:extLst>
          </p:cNvPr>
          <p:cNvSpPr txBox="1"/>
          <p:nvPr/>
        </p:nvSpPr>
        <p:spPr>
          <a:xfrm>
            <a:off x="4994759" y="3295601"/>
            <a:ext cx="331979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Bus 09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D5CA1A1-B19B-E3E4-2505-3BE0C91AA1CF}"/>
              </a:ext>
            </a:extLst>
          </p:cNvPr>
          <p:cNvSpPr txBox="1"/>
          <p:nvPr/>
        </p:nvSpPr>
        <p:spPr>
          <a:xfrm>
            <a:off x="4994758" y="3485256"/>
            <a:ext cx="331979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Bus 10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DD01D12-6A77-681E-782E-645B9BCE55B7}"/>
              </a:ext>
            </a:extLst>
          </p:cNvPr>
          <p:cNvSpPr txBox="1"/>
          <p:nvPr/>
        </p:nvSpPr>
        <p:spPr>
          <a:xfrm>
            <a:off x="4994758" y="3675683"/>
            <a:ext cx="331979" cy="193546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Bus 11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DA6D683-AA99-C803-F7E8-861FEE33F40B}"/>
              </a:ext>
            </a:extLst>
          </p:cNvPr>
          <p:cNvSpPr txBox="1"/>
          <p:nvPr/>
        </p:nvSpPr>
        <p:spPr>
          <a:xfrm>
            <a:off x="4994758" y="3871812"/>
            <a:ext cx="331979" cy="187304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2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Bus 12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0D4938B-6DD3-489A-3E49-4C0723DB9C2D}"/>
              </a:ext>
            </a:extLst>
          </p:cNvPr>
          <p:cNvSpPr txBox="1"/>
          <p:nvPr/>
        </p:nvSpPr>
        <p:spPr>
          <a:xfrm>
            <a:off x="4441642" y="2699605"/>
            <a:ext cx="514966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Any Channel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8C3F98B9-565E-99F2-9786-7AA58B311C7F}"/>
              </a:ext>
            </a:extLst>
          </p:cNvPr>
          <p:cNvCxnSpPr>
            <a:cxnSpLocks/>
            <a:stCxn id="98" idx="2"/>
            <a:endCxn id="88" idx="1"/>
          </p:cNvCxnSpPr>
          <p:nvPr/>
        </p:nvCxnSpPr>
        <p:spPr>
          <a:xfrm>
            <a:off x="4699125" y="2889800"/>
            <a:ext cx="295634" cy="120510"/>
          </a:xfrm>
          <a:prstGeom prst="straightConnector1">
            <a:avLst/>
          </a:prstGeom>
          <a:ln w="3175">
            <a:solidFill>
              <a:srgbClr val="7030A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D38FEF9F-1BE9-B8D8-031A-833F550FF222}"/>
              </a:ext>
            </a:extLst>
          </p:cNvPr>
          <p:cNvCxnSpPr>
            <a:cxnSpLocks/>
            <a:stCxn id="98" idx="2"/>
            <a:endCxn id="89" idx="1"/>
          </p:cNvCxnSpPr>
          <p:nvPr/>
        </p:nvCxnSpPr>
        <p:spPr>
          <a:xfrm>
            <a:off x="4699125" y="2889800"/>
            <a:ext cx="295633" cy="310473"/>
          </a:xfrm>
          <a:prstGeom prst="straightConnector1">
            <a:avLst/>
          </a:prstGeom>
          <a:ln w="3175">
            <a:solidFill>
              <a:srgbClr val="7030A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73D68943-4B55-4948-0E13-6DCC2EECCD84}"/>
              </a:ext>
            </a:extLst>
          </p:cNvPr>
          <p:cNvCxnSpPr>
            <a:cxnSpLocks/>
            <a:stCxn id="98" idx="2"/>
            <a:endCxn id="90" idx="1"/>
          </p:cNvCxnSpPr>
          <p:nvPr/>
        </p:nvCxnSpPr>
        <p:spPr>
          <a:xfrm>
            <a:off x="4699125" y="2889800"/>
            <a:ext cx="295634" cy="500899"/>
          </a:xfrm>
          <a:prstGeom prst="straightConnector1">
            <a:avLst/>
          </a:prstGeom>
          <a:ln w="3175">
            <a:solidFill>
              <a:srgbClr val="7030A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4A849556-B6F0-3D07-5AF2-5C4DFEF7B962}"/>
              </a:ext>
            </a:extLst>
          </p:cNvPr>
          <p:cNvCxnSpPr>
            <a:cxnSpLocks/>
            <a:stCxn id="98" idx="2"/>
            <a:endCxn id="91" idx="1"/>
          </p:cNvCxnSpPr>
          <p:nvPr/>
        </p:nvCxnSpPr>
        <p:spPr>
          <a:xfrm>
            <a:off x="4699125" y="2889800"/>
            <a:ext cx="295633" cy="690554"/>
          </a:xfrm>
          <a:prstGeom prst="straightConnector1">
            <a:avLst/>
          </a:prstGeom>
          <a:ln w="3175">
            <a:solidFill>
              <a:srgbClr val="7030A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3C5727FA-1ACE-1DEE-C509-F6E87CB2C60F}"/>
              </a:ext>
            </a:extLst>
          </p:cNvPr>
          <p:cNvCxnSpPr>
            <a:cxnSpLocks/>
            <a:stCxn id="98" idx="2"/>
            <a:endCxn id="92" idx="1"/>
          </p:cNvCxnSpPr>
          <p:nvPr/>
        </p:nvCxnSpPr>
        <p:spPr>
          <a:xfrm>
            <a:off x="4699125" y="2889800"/>
            <a:ext cx="295633" cy="882656"/>
          </a:xfrm>
          <a:prstGeom prst="straightConnector1">
            <a:avLst/>
          </a:prstGeom>
          <a:ln w="3175">
            <a:solidFill>
              <a:srgbClr val="7030A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99D553A3-8414-2A47-4106-05651D7EF9B4}"/>
              </a:ext>
            </a:extLst>
          </p:cNvPr>
          <p:cNvCxnSpPr>
            <a:cxnSpLocks/>
            <a:stCxn id="98" idx="2"/>
            <a:endCxn id="93" idx="1"/>
          </p:cNvCxnSpPr>
          <p:nvPr/>
        </p:nvCxnSpPr>
        <p:spPr>
          <a:xfrm>
            <a:off x="4699125" y="2889800"/>
            <a:ext cx="295633" cy="1075664"/>
          </a:xfrm>
          <a:prstGeom prst="straightConnector1">
            <a:avLst/>
          </a:prstGeom>
          <a:ln w="3175">
            <a:solidFill>
              <a:srgbClr val="7030A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10F49B57-07F7-1C04-C9F2-430E882BFB5A}"/>
              </a:ext>
            </a:extLst>
          </p:cNvPr>
          <p:cNvCxnSpPr>
            <a:cxnSpLocks/>
            <a:stCxn id="79" idx="3"/>
            <a:endCxn id="88" idx="1"/>
          </p:cNvCxnSpPr>
          <p:nvPr/>
        </p:nvCxnSpPr>
        <p:spPr>
          <a:xfrm>
            <a:off x="4479793" y="3010078"/>
            <a:ext cx="514966" cy="232"/>
          </a:xfrm>
          <a:prstGeom prst="straightConnector1">
            <a:avLst/>
          </a:prstGeom>
          <a:ln w="3175">
            <a:solidFill>
              <a:srgbClr val="7030A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764CB5B0-CEF6-696A-B0D2-5F6B9CE4E9A7}"/>
              </a:ext>
            </a:extLst>
          </p:cNvPr>
          <p:cNvCxnSpPr>
            <a:cxnSpLocks/>
            <a:stCxn id="80" idx="3"/>
            <a:endCxn id="89" idx="1"/>
          </p:cNvCxnSpPr>
          <p:nvPr/>
        </p:nvCxnSpPr>
        <p:spPr>
          <a:xfrm>
            <a:off x="4479792" y="3200041"/>
            <a:ext cx="514966" cy="232"/>
          </a:xfrm>
          <a:prstGeom prst="straightConnector1">
            <a:avLst/>
          </a:prstGeom>
          <a:ln w="3175">
            <a:solidFill>
              <a:srgbClr val="7030A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4306EA8C-83D2-3B51-6AD5-E5281527CA57}"/>
              </a:ext>
            </a:extLst>
          </p:cNvPr>
          <p:cNvCxnSpPr>
            <a:cxnSpLocks/>
            <a:stCxn id="81" idx="3"/>
            <a:endCxn id="90" idx="1"/>
          </p:cNvCxnSpPr>
          <p:nvPr/>
        </p:nvCxnSpPr>
        <p:spPr>
          <a:xfrm>
            <a:off x="4479793" y="3390467"/>
            <a:ext cx="514966" cy="232"/>
          </a:xfrm>
          <a:prstGeom prst="straightConnector1">
            <a:avLst/>
          </a:prstGeom>
          <a:ln w="3175">
            <a:solidFill>
              <a:srgbClr val="7030A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1AEA6799-9E78-0EA4-14B1-C77964E93480}"/>
              </a:ext>
            </a:extLst>
          </p:cNvPr>
          <p:cNvCxnSpPr>
            <a:cxnSpLocks/>
            <a:stCxn id="82" idx="3"/>
            <a:endCxn id="91" idx="1"/>
          </p:cNvCxnSpPr>
          <p:nvPr/>
        </p:nvCxnSpPr>
        <p:spPr>
          <a:xfrm>
            <a:off x="4479792" y="3580122"/>
            <a:ext cx="514966" cy="232"/>
          </a:xfrm>
          <a:prstGeom prst="straightConnector1">
            <a:avLst/>
          </a:prstGeom>
          <a:ln w="3175">
            <a:solidFill>
              <a:srgbClr val="7030A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FF3AA527-D66C-4D82-9949-91A98AEA3212}"/>
              </a:ext>
            </a:extLst>
          </p:cNvPr>
          <p:cNvCxnSpPr>
            <a:cxnSpLocks/>
            <a:stCxn id="83" idx="3"/>
            <a:endCxn id="92" idx="1"/>
          </p:cNvCxnSpPr>
          <p:nvPr/>
        </p:nvCxnSpPr>
        <p:spPr>
          <a:xfrm>
            <a:off x="4479792" y="3770548"/>
            <a:ext cx="514966" cy="1908"/>
          </a:xfrm>
          <a:prstGeom prst="straightConnector1">
            <a:avLst/>
          </a:prstGeom>
          <a:ln w="3175">
            <a:solidFill>
              <a:srgbClr val="7030A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2D36AF30-CB9A-2160-F41B-0520468B8283}"/>
              </a:ext>
            </a:extLst>
          </p:cNvPr>
          <p:cNvCxnSpPr>
            <a:cxnSpLocks/>
            <a:stCxn id="84" idx="3"/>
            <a:endCxn id="93" idx="1"/>
          </p:cNvCxnSpPr>
          <p:nvPr/>
        </p:nvCxnSpPr>
        <p:spPr>
          <a:xfrm>
            <a:off x="4479792" y="3960936"/>
            <a:ext cx="514966" cy="4528"/>
          </a:xfrm>
          <a:prstGeom prst="straightConnector1">
            <a:avLst/>
          </a:prstGeom>
          <a:ln w="3175">
            <a:solidFill>
              <a:srgbClr val="7030A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B015D8A7-DD0F-584E-E1EE-A55A5F4F450B}"/>
              </a:ext>
            </a:extLst>
          </p:cNvPr>
          <p:cNvSpPr txBox="1"/>
          <p:nvPr/>
        </p:nvSpPr>
        <p:spPr>
          <a:xfrm>
            <a:off x="5330419" y="2919022"/>
            <a:ext cx="331979" cy="9324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sz="500" dirty="0" err="1">
                <a:solidFill>
                  <a:srgbClr val="7030A0"/>
                </a:solidFill>
                <a:highlight>
                  <a:srgbClr val="FFFF00"/>
                </a:highlight>
              </a:rPr>
              <a:t>Lcl</a:t>
            </a:r>
            <a:r>
              <a:rPr lang="en-US" sz="500" dirty="0">
                <a:solidFill>
                  <a:srgbClr val="7030A0"/>
                </a:solidFill>
                <a:highlight>
                  <a:srgbClr val="FFFF00"/>
                </a:highlight>
              </a:rPr>
              <a:t> Out 1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DC05CC63-B4AF-E296-D02C-01DE3F29EA56}"/>
              </a:ext>
            </a:extLst>
          </p:cNvPr>
          <p:cNvSpPr txBox="1"/>
          <p:nvPr/>
        </p:nvSpPr>
        <p:spPr>
          <a:xfrm>
            <a:off x="5330418" y="3108985"/>
            <a:ext cx="331979" cy="9324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sz="500" dirty="0" err="1">
                <a:solidFill>
                  <a:srgbClr val="7030A0"/>
                </a:solidFill>
                <a:highlight>
                  <a:srgbClr val="FFFF00"/>
                </a:highlight>
              </a:rPr>
              <a:t>Lcl</a:t>
            </a:r>
            <a:r>
              <a:rPr lang="en-US" sz="500" dirty="0">
                <a:solidFill>
                  <a:srgbClr val="7030A0"/>
                </a:solidFill>
                <a:highlight>
                  <a:srgbClr val="FFFF00"/>
                </a:highlight>
              </a:rPr>
              <a:t> Out 2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3514518D-7081-F89D-12E3-4E50160BD8E0}"/>
              </a:ext>
            </a:extLst>
          </p:cNvPr>
          <p:cNvSpPr txBox="1"/>
          <p:nvPr/>
        </p:nvSpPr>
        <p:spPr>
          <a:xfrm>
            <a:off x="5330419" y="3299411"/>
            <a:ext cx="331979" cy="9324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sz="500" dirty="0" err="1">
                <a:solidFill>
                  <a:srgbClr val="7030A0"/>
                </a:solidFill>
                <a:highlight>
                  <a:srgbClr val="FFFF00"/>
                </a:highlight>
              </a:rPr>
              <a:t>Lcl</a:t>
            </a:r>
            <a:r>
              <a:rPr lang="en-US" sz="500" dirty="0">
                <a:solidFill>
                  <a:srgbClr val="7030A0"/>
                </a:solidFill>
                <a:highlight>
                  <a:srgbClr val="FFFF00"/>
                </a:highlight>
              </a:rPr>
              <a:t> Out 3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CCFA8314-AE0E-35F8-2CDB-90A26C34A17E}"/>
              </a:ext>
            </a:extLst>
          </p:cNvPr>
          <p:cNvSpPr txBox="1"/>
          <p:nvPr/>
        </p:nvSpPr>
        <p:spPr>
          <a:xfrm>
            <a:off x="5330418" y="3489066"/>
            <a:ext cx="331979" cy="9324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sz="500" dirty="0" err="1">
                <a:solidFill>
                  <a:srgbClr val="7030A0"/>
                </a:solidFill>
                <a:highlight>
                  <a:srgbClr val="FFFF00"/>
                </a:highlight>
              </a:rPr>
              <a:t>Lcl</a:t>
            </a:r>
            <a:r>
              <a:rPr lang="en-US" sz="500" dirty="0">
                <a:solidFill>
                  <a:srgbClr val="7030A0"/>
                </a:solidFill>
                <a:highlight>
                  <a:srgbClr val="FFFF00"/>
                </a:highlight>
              </a:rPr>
              <a:t> Out 4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B75C2F6B-39D9-D1A6-1F81-DA37B90C1A46}"/>
              </a:ext>
            </a:extLst>
          </p:cNvPr>
          <p:cNvSpPr txBox="1"/>
          <p:nvPr/>
        </p:nvSpPr>
        <p:spPr>
          <a:xfrm>
            <a:off x="5330418" y="3679492"/>
            <a:ext cx="331979" cy="94883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sz="500" dirty="0" err="1">
                <a:solidFill>
                  <a:srgbClr val="7030A0"/>
                </a:solidFill>
                <a:highlight>
                  <a:srgbClr val="FFFF00"/>
                </a:highlight>
              </a:rPr>
              <a:t>Lcl</a:t>
            </a:r>
            <a:r>
              <a:rPr lang="en-US" sz="500" dirty="0">
                <a:solidFill>
                  <a:srgbClr val="7030A0"/>
                </a:solidFill>
                <a:highlight>
                  <a:srgbClr val="FFFF00"/>
                </a:highlight>
              </a:rPr>
              <a:t> Out 5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1DE3096C-6B81-A5A3-0CC0-7FD0C4724BCE}"/>
              </a:ext>
            </a:extLst>
          </p:cNvPr>
          <p:cNvSpPr txBox="1"/>
          <p:nvPr/>
        </p:nvSpPr>
        <p:spPr>
          <a:xfrm>
            <a:off x="5330418" y="3875621"/>
            <a:ext cx="331979" cy="91823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sz="500" dirty="0" err="1">
                <a:solidFill>
                  <a:srgbClr val="7030A0"/>
                </a:solidFill>
                <a:highlight>
                  <a:srgbClr val="FFFF00"/>
                </a:highlight>
              </a:rPr>
              <a:t>Lcl</a:t>
            </a:r>
            <a:r>
              <a:rPr lang="en-US" sz="500" dirty="0">
                <a:solidFill>
                  <a:srgbClr val="7030A0"/>
                </a:solidFill>
                <a:highlight>
                  <a:srgbClr val="FFFF00"/>
                </a:highlight>
              </a:rPr>
              <a:t> Out 6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F22A6027-12D2-7002-C3EB-909AE4AEB599}"/>
              </a:ext>
            </a:extLst>
          </p:cNvPr>
          <p:cNvSpPr txBox="1"/>
          <p:nvPr/>
        </p:nvSpPr>
        <p:spPr>
          <a:xfrm>
            <a:off x="3809740" y="5142754"/>
            <a:ext cx="331979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C43 out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A65DD7F9-E63F-A39B-08A2-C18DE2C77C08}"/>
              </a:ext>
            </a:extLst>
          </p:cNvPr>
          <p:cNvSpPr txBox="1"/>
          <p:nvPr/>
        </p:nvSpPr>
        <p:spPr>
          <a:xfrm>
            <a:off x="3809739" y="5332717"/>
            <a:ext cx="331979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C44 out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B5FB6B19-E2E7-C3F0-2F05-2B9491042623}"/>
              </a:ext>
            </a:extLst>
          </p:cNvPr>
          <p:cNvSpPr txBox="1"/>
          <p:nvPr/>
        </p:nvSpPr>
        <p:spPr>
          <a:xfrm>
            <a:off x="3809740" y="5523143"/>
            <a:ext cx="331979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C45 out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FDEFB7AE-9B2B-454F-7DEF-4670EF82B51F}"/>
              </a:ext>
            </a:extLst>
          </p:cNvPr>
          <p:cNvSpPr txBox="1"/>
          <p:nvPr/>
        </p:nvSpPr>
        <p:spPr>
          <a:xfrm>
            <a:off x="3809739" y="5712798"/>
            <a:ext cx="331979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C46 out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0A08520B-3642-6A46-E3D2-C56B704FAF89}"/>
              </a:ext>
            </a:extLst>
          </p:cNvPr>
          <p:cNvSpPr txBox="1"/>
          <p:nvPr/>
        </p:nvSpPr>
        <p:spPr>
          <a:xfrm>
            <a:off x="3809739" y="5903224"/>
            <a:ext cx="331979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C47 out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11872DB3-1C8B-EDB0-600C-0D5B24FBB9AE}"/>
              </a:ext>
            </a:extLst>
          </p:cNvPr>
          <p:cNvSpPr txBox="1"/>
          <p:nvPr/>
        </p:nvSpPr>
        <p:spPr>
          <a:xfrm>
            <a:off x="3809739" y="6096849"/>
            <a:ext cx="331979" cy="189809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C48 out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9C3623A0-E725-C5BD-679A-27679CA2B2D1}"/>
              </a:ext>
            </a:extLst>
          </p:cNvPr>
          <p:cNvSpPr txBox="1"/>
          <p:nvPr/>
        </p:nvSpPr>
        <p:spPr>
          <a:xfrm>
            <a:off x="3472062" y="5142754"/>
            <a:ext cx="331979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C43 in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C990399F-8033-5538-9D32-78B1A4E48207}"/>
              </a:ext>
            </a:extLst>
          </p:cNvPr>
          <p:cNvSpPr txBox="1"/>
          <p:nvPr/>
        </p:nvSpPr>
        <p:spPr>
          <a:xfrm>
            <a:off x="3472061" y="5332717"/>
            <a:ext cx="331979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C44 in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79F239CE-9CA2-E646-3DE6-7EDD972F0986}"/>
              </a:ext>
            </a:extLst>
          </p:cNvPr>
          <p:cNvSpPr txBox="1"/>
          <p:nvPr/>
        </p:nvSpPr>
        <p:spPr>
          <a:xfrm>
            <a:off x="3472062" y="5523143"/>
            <a:ext cx="331979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C45 in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B6525317-DAF8-55DB-6129-4B6FCF027DFC}"/>
              </a:ext>
            </a:extLst>
          </p:cNvPr>
          <p:cNvSpPr txBox="1"/>
          <p:nvPr/>
        </p:nvSpPr>
        <p:spPr>
          <a:xfrm>
            <a:off x="3472061" y="5712798"/>
            <a:ext cx="331979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C46 in</a:t>
            </a: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3370B40E-23E8-B4D1-8EEF-E4BA4F477734}"/>
              </a:ext>
            </a:extLst>
          </p:cNvPr>
          <p:cNvSpPr txBox="1"/>
          <p:nvPr/>
        </p:nvSpPr>
        <p:spPr>
          <a:xfrm>
            <a:off x="3472061" y="5903224"/>
            <a:ext cx="331979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C47 in</a:t>
            </a: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1902EEAE-F8E7-64FB-8D93-7966E086CFD3}"/>
              </a:ext>
            </a:extLst>
          </p:cNvPr>
          <p:cNvSpPr txBox="1"/>
          <p:nvPr/>
        </p:nvSpPr>
        <p:spPr>
          <a:xfrm>
            <a:off x="3472061" y="6096849"/>
            <a:ext cx="331979" cy="1898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C48 in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8B5123F0-9BB1-B7E0-7955-CFC3E3CA359D}"/>
              </a:ext>
            </a:extLst>
          </p:cNvPr>
          <p:cNvSpPr txBox="1"/>
          <p:nvPr/>
        </p:nvSpPr>
        <p:spPr>
          <a:xfrm>
            <a:off x="2620604" y="5142986"/>
            <a:ext cx="363229" cy="19019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00B050"/>
                </a:solidFill>
              </a:rPr>
              <a:t>B43 in</a:t>
            </a: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2BC1006B-6BA3-ABF4-EECE-477108D27B9B}"/>
              </a:ext>
            </a:extLst>
          </p:cNvPr>
          <p:cNvSpPr txBox="1"/>
          <p:nvPr/>
        </p:nvSpPr>
        <p:spPr>
          <a:xfrm>
            <a:off x="2620603" y="5332949"/>
            <a:ext cx="363229" cy="19019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00B050"/>
                </a:solidFill>
              </a:rPr>
              <a:t>B44 in</a:t>
            </a: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37D75409-710B-9BA5-68F7-55787A736F11}"/>
              </a:ext>
            </a:extLst>
          </p:cNvPr>
          <p:cNvSpPr txBox="1"/>
          <p:nvPr/>
        </p:nvSpPr>
        <p:spPr>
          <a:xfrm>
            <a:off x="2620604" y="5523375"/>
            <a:ext cx="363229" cy="19019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00B050"/>
                </a:solidFill>
              </a:rPr>
              <a:t>B45 in</a:t>
            </a: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8F3B1D17-CF49-E579-EEE5-598975758D7C}"/>
              </a:ext>
            </a:extLst>
          </p:cNvPr>
          <p:cNvSpPr txBox="1"/>
          <p:nvPr/>
        </p:nvSpPr>
        <p:spPr>
          <a:xfrm>
            <a:off x="2620603" y="5713030"/>
            <a:ext cx="363229" cy="19019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00B050"/>
                </a:solidFill>
              </a:rPr>
              <a:t>B46 in</a:t>
            </a: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9E4ACBCB-6549-5663-9145-19924103B7BB}"/>
              </a:ext>
            </a:extLst>
          </p:cNvPr>
          <p:cNvSpPr txBox="1"/>
          <p:nvPr/>
        </p:nvSpPr>
        <p:spPr>
          <a:xfrm>
            <a:off x="2620603" y="5903456"/>
            <a:ext cx="363229" cy="19019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00B050"/>
                </a:solidFill>
              </a:rPr>
              <a:t>B47 in</a:t>
            </a: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236657B8-C86A-BE0D-205D-4A1E0EE775A1}"/>
              </a:ext>
            </a:extLst>
          </p:cNvPr>
          <p:cNvSpPr txBox="1"/>
          <p:nvPr/>
        </p:nvSpPr>
        <p:spPr>
          <a:xfrm>
            <a:off x="2620603" y="6097081"/>
            <a:ext cx="363229" cy="18980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00B050"/>
                </a:solidFill>
              </a:rPr>
              <a:t>B48 in</a:t>
            </a: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DAD07919-D0D3-3E96-14D8-8155EF01DE9A}"/>
              </a:ext>
            </a:extLst>
          </p:cNvPr>
          <p:cNvSpPr txBox="1"/>
          <p:nvPr/>
        </p:nvSpPr>
        <p:spPr>
          <a:xfrm>
            <a:off x="7104978" y="841752"/>
            <a:ext cx="720152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/>
          </a:bodyPr>
          <a:lstStyle/>
          <a:p>
            <a:r>
              <a:rPr lang="en-US" sz="500" dirty="0">
                <a:solidFill>
                  <a:srgbClr val="FF0000"/>
                </a:solidFill>
              </a:rPr>
              <a:t>Matrix 1 Main LR</a:t>
            </a:r>
          </a:p>
        </p:txBody>
      </p:sp>
      <p:sp>
        <p:nvSpPr>
          <p:cNvPr id="279" name="TextBox 278">
            <a:extLst>
              <a:ext uri="{FF2B5EF4-FFF2-40B4-BE49-F238E27FC236}">
                <a16:creationId xmlns:a16="http://schemas.microsoft.com/office/drawing/2014/main" id="{7B655DC6-E44E-2B0C-376B-A58877850C17}"/>
              </a:ext>
            </a:extLst>
          </p:cNvPr>
          <p:cNvSpPr txBox="1"/>
          <p:nvPr/>
        </p:nvSpPr>
        <p:spPr>
          <a:xfrm>
            <a:off x="7110002" y="1146928"/>
            <a:ext cx="715128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/>
          </a:bodyPr>
          <a:lstStyle/>
          <a:p>
            <a:r>
              <a:rPr lang="en-US" sz="500" dirty="0">
                <a:solidFill>
                  <a:srgbClr val="FF0000"/>
                </a:solidFill>
              </a:rPr>
              <a:t>Matrix 2 Main C</a:t>
            </a:r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D400581F-9820-901F-0D60-2B9F974E6C6F}"/>
              </a:ext>
            </a:extLst>
          </p:cNvPr>
          <p:cNvSpPr txBox="1"/>
          <p:nvPr/>
        </p:nvSpPr>
        <p:spPr>
          <a:xfrm>
            <a:off x="7110002" y="1846002"/>
            <a:ext cx="715128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/>
          </a:bodyPr>
          <a:lstStyle/>
          <a:p>
            <a:r>
              <a:rPr lang="en-US" sz="500" dirty="0">
                <a:solidFill>
                  <a:srgbClr val="FF0000"/>
                </a:solidFill>
              </a:rPr>
              <a:t>Matrix 4 Record LR</a:t>
            </a: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9CA2482D-8D7F-DC19-C940-B121E338B13A}"/>
              </a:ext>
            </a:extLst>
          </p:cNvPr>
          <p:cNvSpPr txBox="1"/>
          <p:nvPr/>
        </p:nvSpPr>
        <p:spPr>
          <a:xfrm>
            <a:off x="7110002" y="1462790"/>
            <a:ext cx="715128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/>
          </a:bodyPr>
          <a:lstStyle/>
          <a:p>
            <a:r>
              <a:rPr lang="en-US" sz="500" dirty="0">
                <a:solidFill>
                  <a:srgbClr val="FF0000"/>
                </a:solidFill>
              </a:rPr>
              <a:t>Matrix 3 SUB</a:t>
            </a:r>
          </a:p>
        </p:txBody>
      </p:sp>
      <p:cxnSp>
        <p:nvCxnSpPr>
          <p:cNvPr id="283" name="Straight Arrow Connector 282">
            <a:extLst>
              <a:ext uri="{FF2B5EF4-FFF2-40B4-BE49-F238E27FC236}">
                <a16:creationId xmlns:a16="http://schemas.microsoft.com/office/drawing/2014/main" id="{1BF3CADE-E194-D100-D53C-962DFD397365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>
            <a:off x="4058919" y="709491"/>
            <a:ext cx="239163" cy="307560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9" name="Straight Arrow Connector 298">
            <a:extLst>
              <a:ext uri="{FF2B5EF4-FFF2-40B4-BE49-F238E27FC236}">
                <a16:creationId xmlns:a16="http://schemas.microsoft.com/office/drawing/2014/main" id="{83C07F5F-8325-D1E1-5F13-8C53EF8C68FB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4054933" y="899687"/>
            <a:ext cx="243149" cy="117364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1" name="Straight Arrow Connector 310">
            <a:extLst>
              <a:ext uri="{FF2B5EF4-FFF2-40B4-BE49-F238E27FC236}">
                <a16:creationId xmlns:a16="http://schemas.microsoft.com/office/drawing/2014/main" id="{3C91C9E9-319D-74BD-9372-5926F8663848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 flipV="1">
            <a:off x="4054933" y="1017051"/>
            <a:ext cx="243149" cy="72831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6" name="Straight Arrow Connector 325">
            <a:extLst>
              <a:ext uri="{FF2B5EF4-FFF2-40B4-BE49-F238E27FC236}">
                <a16:creationId xmlns:a16="http://schemas.microsoft.com/office/drawing/2014/main" id="{6590D373-C8FE-6290-A87C-BDCED76FA5F3}"/>
              </a:ext>
            </a:extLst>
          </p:cNvPr>
          <p:cNvCxnSpPr>
            <a:cxnSpLocks/>
            <a:stCxn id="20" idx="3"/>
            <a:endCxn id="15" idx="1"/>
          </p:cNvCxnSpPr>
          <p:nvPr/>
        </p:nvCxnSpPr>
        <p:spPr>
          <a:xfrm>
            <a:off x="4054933" y="1337124"/>
            <a:ext cx="243148" cy="225876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9F079E74-9A25-19A8-3B47-3CB8B314832F}"/>
              </a:ext>
            </a:extLst>
          </p:cNvPr>
          <p:cNvCxnSpPr>
            <a:cxnSpLocks/>
            <a:stCxn id="21" idx="3"/>
            <a:endCxn id="15" idx="1"/>
          </p:cNvCxnSpPr>
          <p:nvPr/>
        </p:nvCxnSpPr>
        <p:spPr>
          <a:xfrm>
            <a:off x="4054933" y="1527319"/>
            <a:ext cx="243148" cy="35681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0" name="Straight Arrow Connector 349">
            <a:extLst>
              <a:ext uri="{FF2B5EF4-FFF2-40B4-BE49-F238E27FC236}">
                <a16:creationId xmlns:a16="http://schemas.microsoft.com/office/drawing/2014/main" id="{39092362-0B31-E6AE-57A3-68BBD0868404}"/>
              </a:ext>
            </a:extLst>
          </p:cNvPr>
          <p:cNvCxnSpPr>
            <a:cxnSpLocks/>
            <a:stCxn id="22" idx="3"/>
            <a:endCxn id="15" idx="1"/>
          </p:cNvCxnSpPr>
          <p:nvPr/>
        </p:nvCxnSpPr>
        <p:spPr>
          <a:xfrm flipV="1">
            <a:off x="4054933" y="1563000"/>
            <a:ext cx="243148" cy="154514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3" name="TextBox 382">
            <a:extLst>
              <a:ext uri="{FF2B5EF4-FFF2-40B4-BE49-F238E27FC236}">
                <a16:creationId xmlns:a16="http://schemas.microsoft.com/office/drawing/2014/main" id="{6CE0BD74-A564-E417-ED84-B74A5AFC8833}"/>
              </a:ext>
            </a:extLst>
          </p:cNvPr>
          <p:cNvSpPr txBox="1"/>
          <p:nvPr/>
        </p:nvSpPr>
        <p:spPr>
          <a:xfrm>
            <a:off x="2985514" y="4572085"/>
            <a:ext cx="470067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B39/40 out</a:t>
            </a:r>
          </a:p>
        </p:txBody>
      </p:sp>
      <p:sp>
        <p:nvSpPr>
          <p:cNvPr id="384" name="TextBox 383">
            <a:extLst>
              <a:ext uri="{FF2B5EF4-FFF2-40B4-BE49-F238E27FC236}">
                <a16:creationId xmlns:a16="http://schemas.microsoft.com/office/drawing/2014/main" id="{48F5B718-BD2C-7918-ADF6-40BE4D29399B}"/>
              </a:ext>
            </a:extLst>
          </p:cNvPr>
          <p:cNvSpPr txBox="1"/>
          <p:nvPr/>
        </p:nvSpPr>
        <p:spPr>
          <a:xfrm>
            <a:off x="2985513" y="4762048"/>
            <a:ext cx="470067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B41 out</a:t>
            </a:r>
          </a:p>
        </p:txBody>
      </p:sp>
      <p:sp>
        <p:nvSpPr>
          <p:cNvPr id="385" name="TextBox 384">
            <a:extLst>
              <a:ext uri="{FF2B5EF4-FFF2-40B4-BE49-F238E27FC236}">
                <a16:creationId xmlns:a16="http://schemas.microsoft.com/office/drawing/2014/main" id="{ECCE6917-187D-CEA0-3E4C-B1C6AACE361E}"/>
              </a:ext>
            </a:extLst>
          </p:cNvPr>
          <p:cNvSpPr txBox="1"/>
          <p:nvPr/>
        </p:nvSpPr>
        <p:spPr>
          <a:xfrm>
            <a:off x="2985514" y="4952474"/>
            <a:ext cx="470067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B42 out</a:t>
            </a:r>
          </a:p>
        </p:txBody>
      </p:sp>
      <p:sp>
        <p:nvSpPr>
          <p:cNvPr id="388" name="TextBox 387">
            <a:extLst>
              <a:ext uri="{FF2B5EF4-FFF2-40B4-BE49-F238E27FC236}">
                <a16:creationId xmlns:a16="http://schemas.microsoft.com/office/drawing/2014/main" id="{12F1CA73-9949-839D-80C2-CE66850D9D95}"/>
              </a:ext>
            </a:extLst>
          </p:cNvPr>
          <p:cNvSpPr txBox="1"/>
          <p:nvPr/>
        </p:nvSpPr>
        <p:spPr>
          <a:xfrm>
            <a:off x="2618403" y="4572085"/>
            <a:ext cx="367113" cy="19019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00B050"/>
                </a:solidFill>
              </a:rPr>
              <a:t>B39/40 in</a:t>
            </a:r>
          </a:p>
        </p:txBody>
      </p:sp>
      <p:sp>
        <p:nvSpPr>
          <p:cNvPr id="389" name="TextBox 388">
            <a:extLst>
              <a:ext uri="{FF2B5EF4-FFF2-40B4-BE49-F238E27FC236}">
                <a16:creationId xmlns:a16="http://schemas.microsoft.com/office/drawing/2014/main" id="{7C3D1172-12BC-73E0-CFD9-175BAB935EBC}"/>
              </a:ext>
            </a:extLst>
          </p:cNvPr>
          <p:cNvSpPr txBox="1"/>
          <p:nvPr/>
        </p:nvSpPr>
        <p:spPr>
          <a:xfrm>
            <a:off x="2618402" y="4762048"/>
            <a:ext cx="367113" cy="19019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00B050"/>
                </a:solidFill>
              </a:rPr>
              <a:t>B41 in</a:t>
            </a:r>
          </a:p>
        </p:txBody>
      </p:sp>
      <p:sp>
        <p:nvSpPr>
          <p:cNvPr id="390" name="TextBox 389">
            <a:extLst>
              <a:ext uri="{FF2B5EF4-FFF2-40B4-BE49-F238E27FC236}">
                <a16:creationId xmlns:a16="http://schemas.microsoft.com/office/drawing/2014/main" id="{00942B7E-F0FE-51A4-6E7D-850F581C670C}"/>
              </a:ext>
            </a:extLst>
          </p:cNvPr>
          <p:cNvSpPr txBox="1"/>
          <p:nvPr/>
        </p:nvSpPr>
        <p:spPr>
          <a:xfrm>
            <a:off x="2618403" y="4952474"/>
            <a:ext cx="367113" cy="19019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00B050"/>
                </a:solidFill>
              </a:rPr>
              <a:t>B42 in</a:t>
            </a:r>
          </a:p>
        </p:txBody>
      </p:sp>
      <p:cxnSp>
        <p:nvCxnSpPr>
          <p:cNvPr id="393" name="Connector: Elbow 392">
            <a:extLst>
              <a:ext uri="{FF2B5EF4-FFF2-40B4-BE49-F238E27FC236}">
                <a16:creationId xmlns:a16="http://schemas.microsoft.com/office/drawing/2014/main" id="{62FA7EBB-F6BA-4C8D-81C5-57C0D61F5DC9}"/>
              </a:ext>
            </a:extLst>
          </p:cNvPr>
          <p:cNvCxnSpPr>
            <a:cxnSpLocks/>
            <a:stCxn id="278" idx="3"/>
            <a:endCxn id="383" idx="3"/>
          </p:cNvCxnSpPr>
          <p:nvPr/>
        </p:nvCxnSpPr>
        <p:spPr>
          <a:xfrm flipH="1">
            <a:off x="3455581" y="936850"/>
            <a:ext cx="4369549" cy="3730333"/>
          </a:xfrm>
          <a:prstGeom prst="bentConnector3">
            <a:avLst>
              <a:gd name="adj1" fmla="val -19102"/>
            </a:avLst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: Elbow 397">
            <a:extLst>
              <a:ext uri="{FF2B5EF4-FFF2-40B4-BE49-F238E27FC236}">
                <a16:creationId xmlns:a16="http://schemas.microsoft.com/office/drawing/2014/main" id="{819431E8-9F9A-AC0B-5D9C-CF0389962BAF}"/>
              </a:ext>
            </a:extLst>
          </p:cNvPr>
          <p:cNvCxnSpPr>
            <a:cxnSpLocks/>
            <a:stCxn id="279" idx="3"/>
            <a:endCxn id="384" idx="3"/>
          </p:cNvCxnSpPr>
          <p:nvPr/>
        </p:nvCxnSpPr>
        <p:spPr>
          <a:xfrm flipH="1">
            <a:off x="3455580" y="1242026"/>
            <a:ext cx="4369550" cy="3615120"/>
          </a:xfrm>
          <a:prstGeom prst="bentConnector3">
            <a:avLst>
              <a:gd name="adj1" fmla="val -23117"/>
            </a:avLst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Connector: Elbow 403">
            <a:extLst>
              <a:ext uri="{FF2B5EF4-FFF2-40B4-BE49-F238E27FC236}">
                <a16:creationId xmlns:a16="http://schemas.microsoft.com/office/drawing/2014/main" id="{E4B33D4A-C447-9B06-1A0F-F4563D85AA63}"/>
              </a:ext>
            </a:extLst>
          </p:cNvPr>
          <p:cNvCxnSpPr>
            <a:cxnSpLocks/>
            <a:endCxn id="385" idx="3"/>
          </p:cNvCxnSpPr>
          <p:nvPr/>
        </p:nvCxnSpPr>
        <p:spPr>
          <a:xfrm rot="10800000" flipV="1">
            <a:off x="3455582" y="1586254"/>
            <a:ext cx="4369563" cy="3461317"/>
          </a:xfrm>
          <a:prstGeom prst="bentConnector3">
            <a:avLst>
              <a:gd name="adj1" fmla="val -26406"/>
            </a:avLst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3" name="TextBox 412">
            <a:extLst>
              <a:ext uri="{FF2B5EF4-FFF2-40B4-BE49-F238E27FC236}">
                <a16:creationId xmlns:a16="http://schemas.microsoft.com/office/drawing/2014/main" id="{647E8217-F8C9-F446-8FAE-32619CDB52F7}"/>
              </a:ext>
            </a:extLst>
          </p:cNvPr>
          <p:cNvSpPr txBox="1"/>
          <p:nvPr/>
        </p:nvSpPr>
        <p:spPr>
          <a:xfrm>
            <a:off x="80414" y="634111"/>
            <a:ext cx="519662" cy="41841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Vocal</a:t>
            </a:r>
          </a:p>
          <a:p>
            <a:pPr algn="ctr"/>
            <a:r>
              <a:rPr lang="en-US" sz="800" dirty="0">
                <a:solidFill>
                  <a:srgbClr val="7030A0"/>
                </a:solidFill>
              </a:rPr>
              <a:t>Channels</a:t>
            </a:r>
          </a:p>
        </p:txBody>
      </p:sp>
      <p:sp>
        <p:nvSpPr>
          <p:cNvPr id="414" name="TextBox 413">
            <a:extLst>
              <a:ext uri="{FF2B5EF4-FFF2-40B4-BE49-F238E27FC236}">
                <a16:creationId xmlns:a16="http://schemas.microsoft.com/office/drawing/2014/main" id="{F2F4A598-0A3D-07D7-481E-EA0504A5F056}"/>
              </a:ext>
            </a:extLst>
          </p:cNvPr>
          <p:cNvSpPr txBox="1"/>
          <p:nvPr/>
        </p:nvSpPr>
        <p:spPr>
          <a:xfrm>
            <a:off x="68239" y="1275988"/>
            <a:ext cx="523875" cy="455649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/>
          </a:bodyPr>
          <a:lstStyle/>
          <a:p>
            <a:pPr algn="ctr"/>
            <a:r>
              <a:rPr lang="en-US" sz="800" dirty="0" err="1">
                <a:solidFill>
                  <a:srgbClr val="7030A0"/>
                </a:solidFill>
              </a:rPr>
              <a:t>Instr</a:t>
            </a:r>
            <a:r>
              <a:rPr lang="en-US" sz="800" dirty="0">
                <a:solidFill>
                  <a:srgbClr val="7030A0"/>
                </a:solidFill>
              </a:rPr>
              <a:t> </a:t>
            </a:r>
          </a:p>
          <a:p>
            <a:pPr algn="ctr"/>
            <a:r>
              <a:rPr lang="en-US" sz="800" dirty="0">
                <a:solidFill>
                  <a:srgbClr val="7030A0"/>
                </a:solidFill>
              </a:rPr>
              <a:t>Channels</a:t>
            </a:r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EE1C2417-6BC2-E1A1-FB94-C205B4C13F62}"/>
              </a:ext>
            </a:extLst>
          </p:cNvPr>
          <p:cNvSpPr txBox="1"/>
          <p:nvPr/>
        </p:nvSpPr>
        <p:spPr>
          <a:xfrm>
            <a:off x="742363" y="599360"/>
            <a:ext cx="712446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r>
              <a:rPr lang="en-US" sz="800" dirty="0">
                <a:solidFill>
                  <a:srgbClr val="7030A0"/>
                </a:solidFill>
              </a:rPr>
              <a:t>Bus 01 VOX</a:t>
            </a:r>
          </a:p>
        </p:txBody>
      </p:sp>
      <p:sp>
        <p:nvSpPr>
          <p:cNvPr id="416" name="TextBox 415">
            <a:extLst>
              <a:ext uri="{FF2B5EF4-FFF2-40B4-BE49-F238E27FC236}">
                <a16:creationId xmlns:a16="http://schemas.microsoft.com/office/drawing/2014/main" id="{3E27230D-A516-D29B-6CD6-CFC6B22172F6}"/>
              </a:ext>
            </a:extLst>
          </p:cNvPr>
          <p:cNvSpPr txBox="1"/>
          <p:nvPr/>
        </p:nvSpPr>
        <p:spPr>
          <a:xfrm>
            <a:off x="742363" y="789555"/>
            <a:ext cx="712446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r>
              <a:rPr lang="en-US" sz="800" dirty="0">
                <a:solidFill>
                  <a:srgbClr val="7030A0"/>
                </a:solidFill>
              </a:rPr>
              <a:t>Bus 02 vvrb1</a:t>
            </a:r>
          </a:p>
        </p:txBody>
      </p:sp>
      <p:sp>
        <p:nvSpPr>
          <p:cNvPr id="417" name="TextBox 416">
            <a:extLst>
              <a:ext uri="{FF2B5EF4-FFF2-40B4-BE49-F238E27FC236}">
                <a16:creationId xmlns:a16="http://schemas.microsoft.com/office/drawing/2014/main" id="{79B4528B-4F40-1C54-310F-498043C5B7F8}"/>
              </a:ext>
            </a:extLst>
          </p:cNvPr>
          <p:cNvSpPr txBox="1"/>
          <p:nvPr/>
        </p:nvSpPr>
        <p:spPr>
          <a:xfrm>
            <a:off x="742363" y="979750"/>
            <a:ext cx="712446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r>
              <a:rPr lang="en-US" sz="800" dirty="0">
                <a:solidFill>
                  <a:srgbClr val="7030A0"/>
                </a:solidFill>
              </a:rPr>
              <a:t>Bus 03 vvrb2</a:t>
            </a:r>
          </a:p>
        </p:txBody>
      </p:sp>
      <p:sp>
        <p:nvSpPr>
          <p:cNvPr id="418" name="TextBox 417">
            <a:extLst>
              <a:ext uri="{FF2B5EF4-FFF2-40B4-BE49-F238E27FC236}">
                <a16:creationId xmlns:a16="http://schemas.microsoft.com/office/drawing/2014/main" id="{AF3BB72E-AEFF-664A-27E7-4001FA4DC741}"/>
              </a:ext>
            </a:extLst>
          </p:cNvPr>
          <p:cNvSpPr txBox="1"/>
          <p:nvPr/>
        </p:nvSpPr>
        <p:spPr>
          <a:xfrm>
            <a:off x="742363" y="1226992"/>
            <a:ext cx="712446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r>
              <a:rPr lang="en-US" sz="800" dirty="0">
                <a:solidFill>
                  <a:srgbClr val="7030A0"/>
                </a:solidFill>
              </a:rPr>
              <a:t>Bus 04 Inst</a:t>
            </a:r>
          </a:p>
        </p:txBody>
      </p:sp>
      <p:sp>
        <p:nvSpPr>
          <p:cNvPr id="419" name="TextBox 418">
            <a:extLst>
              <a:ext uri="{FF2B5EF4-FFF2-40B4-BE49-F238E27FC236}">
                <a16:creationId xmlns:a16="http://schemas.microsoft.com/office/drawing/2014/main" id="{FDF49BE3-4E7B-3BBB-8C5B-33C6DE5877E4}"/>
              </a:ext>
            </a:extLst>
          </p:cNvPr>
          <p:cNvSpPr txBox="1"/>
          <p:nvPr/>
        </p:nvSpPr>
        <p:spPr>
          <a:xfrm>
            <a:off x="742363" y="1417187"/>
            <a:ext cx="712446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r>
              <a:rPr lang="en-US" sz="800" dirty="0">
                <a:solidFill>
                  <a:srgbClr val="7030A0"/>
                </a:solidFill>
              </a:rPr>
              <a:t>Bus 05  ivrb1</a:t>
            </a:r>
          </a:p>
        </p:txBody>
      </p:sp>
      <p:sp>
        <p:nvSpPr>
          <p:cNvPr id="420" name="TextBox 419">
            <a:extLst>
              <a:ext uri="{FF2B5EF4-FFF2-40B4-BE49-F238E27FC236}">
                <a16:creationId xmlns:a16="http://schemas.microsoft.com/office/drawing/2014/main" id="{9D6351E1-AEEB-54F4-6A18-3AFCC3BB987B}"/>
              </a:ext>
            </a:extLst>
          </p:cNvPr>
          <p:cNvSpPr txBox="1"/>
          <p:nvPr/>
        </p:nvSpPr>
        <p:spPr>
          <a:xfrm>
            <a:off x="742363" y="1607382"/>
            <a:ext cx="712446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r>
              <a:rPr lang="en-US" sz="800" dirty="0">
                <a:solidFill>
                  <a:srgbClr val="7030A0"/>
                </a:solidFill>
              </a:rPr>
              <a:t>Bus 06 ivrb2</a:t>
            </a:r>
          </a:p>
        </p:txBody>
      </p:sp>
      <p:cxnSp>
        <p:nvCxnSpPr>
          <p:cNvPr id="424" name="Straight Arrow Connector 423">
            <a:extLst>
              <a:ext uri="{FF2B5EF4-FFF2-40B4-BE49-F238E27FC236}">
                <a16:creationId xmlns:a16="http://schemas.microsoft.com/office/drawing/2014/main" id="{552843DA-DB97-DB95-CE8B-1F9615555E09}"/>
              </a:ext>
            </a:extLst>
          </p:cNvPr>
          <p:cNvCxnSpPr>
            <a:cxnSpLocks/>
            <a:stCxn id="413" idx="3"/>
            <a:endCxn id="415" idx="1"/>
          </p:cNvCxnSpPr>
          <p:nvPr/>
        </p:nvCxnSpPr>
        <p:spPr>
          <a:xfrm flipV="1">
            <a:off x="600076" y="694458"/>
            <a:ext cx="142287" cy="148859"/>
          </a:xfrm>
          <a:prstGeom prst="straightConnector1">
            <a:avLst/>
          </a:prstGeom>
          <a:ln w="3175">
            <a:solidFill>
              <a:srgbClr val="7030A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0" name="Straight Arrow Connector 429">
            <a:extLst>
              <a:ext uri="{FF2B5EF4-FFF2-40B4-BE49-F238E27FC236}">
                <a16:creationId xmlns:a16="http://schemas.microsoft.com/office/drawing/2014/main" id="{85AFD2D3-1CBE-FDA6-C7D9-B8B788A3180A}"/>
              </a:ext>
            </a:extLst>
          </p:cNvPr>
          <p:cNvCxnSpPr>
            <a:cxnSpLocks/>
            <a:stCxn id="413" idx="3"/>
            <a:endCxn id="417" idx="1"/>
          </p:cNvCxnSpPr>
          <p:nvPr/>
        </p:nvCxnSpPr>
        <p:spPr>
          <a:xfrm>
            <a:off x="600076" y="843317"/>
            <a:ext cx="142287" cy="231531"/>
          </a:xfrm>
          <a:prstGeom prst="straightConnector1">
            <a:avLst/>
          </a:prstGeom>
          <a:ln w="3175">
            <a:solidFill>
              <a:srgbClr val="7030A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3" name="Straight Arrow Connector 432">
            <a:extLst>
              <a:ext uri="{FF2B5EF4-FFF2-40B4-BE49-F238E27FC236}">
                <a16:creationId xmlns:a16="http://schemas.microsoft.com/office/drawing/2014/main" id="{AADCE1E7-0D07-7A48-BC3D-06E6F7502F5A}"/>
              </a:ext>
            </a:extLst>
          </p:cNvPr>
          <p:cNvCxnSpPr>
            <a:cxnSpLocks/>
            <a:stCxn id="414" idx="3"/>
            <a:endCxn id="418" idx="1"/>
          </p:cNvCxnSpPr>
          <p:nvPr/>
        </p:nvCxnSpPr>
        <p:spPr>
          <a:xfrm flipV="1">
            <a:off x="592114" y="1322090"/>
            <a:ext cx="150249" cy="181723"/>
          </a:xfrm>
          <a:prstGeom prst="straightConnector1">
            <a:avLst/>
          </a:prstGeom>
          <a:ln w="3175">
            <a:solidFill>
              <a:srgbClr val="7030A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6" name="Straight Arrow Connector 435">
            <a:extLst>
              <a:ext uri="{FF2B5EF4-FFF2-40B4-BE49-F238E27FC236}">
                <a16:creationId xmlns:a16="http://schemas.microsoft.com/office/drawing/2014/main" id="{380157B2-D4D4-CE5A-BB8D-9FD56C313987}"/>
              </a:ext>
            </a:extLst>
          </p:cNvPr>
          <p:cNvCxnSpPr>
            <a:cxnSpLocks/>
            <a:stCxn id="414" idx="3"/>
            <a:endCxn id="419" idx="1"/>
          </p:cNvCxnSpPr>
          <p:nvPr/>
        </p:nvCxnSpPr>
        <p:spPr>
          <a:xfrm>
            <a:off x="592114" y="1503813"/>
            <a:ext cx="150249" cy="8472"/>
          </a:xfrm>
          <a:prstGeom prst="straightConnector1">
            <a:avLst/>
          </a:prstGeom>
          <a:ln w="3175">
            <a:solidFill>
              <a:srgbClr val="7030A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9" name="Straight Arrow Connector 438">
            <a:extLst>
              <a:ext uri="{FF2B5EF4-FFF2-40B4-BE49-F238E27FC236}">
                <a16:creationId xmlns:a16="http://schemas.microsoft.com/office/drawing/2014/main" id="{187F39A9-A4F6-C0DD-8BF3-51C7EAAFB340}"/>
              </a:ext>
            </a:extLst>
          </p:cNvPr>
          <p:cNvCxnSpPr>
            <a:cxnSpLocks/>
            <a:stCxn id="414" idx="3"/>
            <a:endCxn id="420" idx="1"/>
          </p:cNvCxnSpPr>
          <p:nvPr/>
        </p:nvCxnSpPr>
        <p:spPr>
          <a:xfrm>
            <a:off x="592114" y="1503813"/>
            <a:ext cx="150249" cy="198667"/>
          </a:xfrm>
          <a:prstGeom prst="straightConnector1">
            <a:avLst/>
          </a:prstGeom>
          <a:ln w="3175">
            <a:solidFill>
              <a:srgbClr val="7030A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331174DB-DF32-12C1-2B82-4A64EBE83AD7}"/>
              </a:ext>
            </a:extLst>
          </p:cNvPr>
          <p:cNvCxnSpPr>
            <a:cxnSpLocks/>
            <a:stCxn id="413" idx="3"/>
            <a:endCxn id="416" idx="1"/>
          </p:cNvCxnSpPr>
          <p:nvPr/>
        </p:nvCxnSpPr>
        <p:spPr>
          <a:xfrm>
            <a:off x="600076" y="843317"/>
            <a:ext cx="142287" cy="41336"/>
          </a:xfrm>
          <a:prstGeom prst="straightConnector1">
            <a:avLst/>
          </a:prstGeom>
          <a:ln w="3175">
            <a:solidFill>
              <a:srgbClr val="7030A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2" name="TextBox 481">
            <a:extLst>
              <a:ext uri="{FF2B5EF4-FFF2-40B4-BE49-F238E27FC236}">
                <a16:creationId xmlns:a16="http://schemas.microsoft.com/office/drawing/2014/main" id="{37E57643-D1BD-7708-F6E1-6B78C9A0ABAF}"/>
              </a:ext>
            </a:extLst>
          </p:cNvPr>
          <p:cNvSpPr txBox="1"/>
          <p:nvPr/>
        </p:nvSpPr>
        <p:spPr>
          <a:xfrm>
            <a:off x="2493310" y="609268"/>
            <a:ext cx="458800" cy="186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2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chAUX1</a:t>
            </a: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332C3F64-5F8A-7D15-1371-0E0E93A06B59}"/>
              </a:ext>
            </a:extLst>
          </p:cNvPr>
          <p:cNvSpPr txBox="1"/>
          <p:nvPr/>
        </p:nvSpPr>
        <p:spPr>
          <a:xfrm>
            <a:off x="2493309" y="799463"/>
            <a:ext cx="458800" cy="186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2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chAUX2</a:t>
            </a:r>
          </a:p>
        </p:txBody>
      </p:sp>
      <p:sp>
        <p:nvSpPr>
          <p:cNvPr id="484" name="TextBox 483">
            <a:extLst>
              <a:ext uri="{FF2B5EF4-FFF2-40B4-BE49-F238E27FC236}">
                <a16:creationId xmlns:a16="http://schemas.microsoft.com/office/drawing/2014/main" id="{3DB9FDEA-0AC1-DE32-949A-094F86DD9A27}"/>
              </a:ext>
            </a:extLst>
          </p:cNvPr>
          <p:cNvSpPr txBox="1"/>
          <p:nvPr/>
        </p:nvSpPr>
        <p:spPr>
          <a:xfrm>
            <a:off x="2493310" y="989657"/>
            <a:ext cx="458800" cy="186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2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chAUX3</a:t>
            </a: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156D7793-4E53-1BCF-5C85-531B67F7E9A8}"/>
              </a:ext>
            </a:extLst>
          </p:cNvPr>
          <p:cNvSpPr txBox="1"/>
          <p:nvPr/>
        </p:nvSpPr>
        <p:spPr>
          <a:xfrm>
            <a:off x="2498918" y="1231721"/>
            <a:ext cx="458800" cy="186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2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chAUX4</a:t>
            </a: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723A9BE4-0910-B5EC-306D-C1282D38BE0C}"/>
              </a:ext>
            </a:extLst>
          </p:cNvPr>
          <p:cNvSpPr txBox="1"/>
          <p:nvPr/>
        </p:nvSpPr>
        <p:spPr>
          <a:xfrm>
            <a:off x="2498919" y="1421915"/>
            <a:ext cx="458800" cy="186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2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chAUX5</a:t>
            </a: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949B153F-2634-C08C-DEC9-5188E6EDEA57}"/>
              </a:ext>
            </a:extLst>
          </p:cNvPr>
          <p:cNvSpPr txBox="1"/>
          <p:nvPr/>
        </p:nvSpPr>
        <p:spPr>
          <a:xfrm>
            <a:off x="2498919" y="1612102"/>
            <a:ext cx="458800" cy="1860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2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chAUX6</a:t>
            </a:r>
          </a:p>
        </p:txBody>
      </p:sp>
      <p:cxnSp>
        <p:nvCxnSpPr>
          <p:cNvPr id="583" name="Straight Arrow Connector 582">
            <a:extLst>
              <a:ext uri="{FF2B5EF4-FFF2-40B4-BE49-F238E27FC236}">
                <a16:creationId xmlns:a16="http://schemas.microsoft.com/office/drawing/2014/main" id="{CB30DB60-F0DF-7815-120F-E88B9C7E10FE}"/>
              </a:ext>
            </a:extLst>
          </p:cNvPr>
          <p:cNvCxnSpPr>
            <a:cxnSpLocks/>
            <a:stCxn id="482" idx="3"/>
            <a:endCxn id="8" idx="1"/>
          </p:cNvCxnSpPr>
          <p:nvPr/>
        </p:nvCxnSpPr>
        <p:spPr>
          <a:xfrm>
            <a:off x="2952110" y="702462"/>
            <a:ext cx="458957" cy="7029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6" name="Straight Arrow Connector 585">
            <a:extLst>
              <a:ext uri="{FF2B5EF4-FFF2-40B4-BE49-F238E27FC236}">
                <a16:creationId xmlns:a16="http://schemas.microsoft.com/office/drawing/2014/main" id="{0DF56790-C875-C91C-8DCD-4086102050E1}"/>
              </a:ext>
            </a:extLst>
          </p:cNvPr>
          <p:cNvCxnSpPr>
            <a:cxnSpLocks/>
            <a:stCxn id="483" idx="3"/>
            <a:endCxn id="9" idx="1"/>
          </p:cNvCxnSpPr>
          <p:nvPr/>
        </p:nvCxnSpPr>
        <p:spPr>
          <a:xfrm>
            <a:off x="2952109" y="892657"/>
            <a:ext cx="454972" cy="7030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0" name="Straight Arrow Connector 589">
            <a:extLst>
              <a:ext uri="{FF2B5EF4-FFF2-40B4-BE49-F238E27FC236}">
                <a16:creationId xmlns:a16="http://schemas.microsoft.com/office/drawing/2014/main" id="{0843902E-9647-1AE4-EA6B-28546EB1A088}"/>
              </a:ext>
            </a:extLst>
          </p:cNvPr>
          <p:cNvCxnSpPr>
            <a:cxnSpLocks/>
            <a:stCxn id="484" idx="3"/>
            <a:endCxn id="10" idx="1"/>
          </p:cNvCxnSpPr>
          <p:nvPr/>
        </p:nvCxnSpPr>
        <p:spPr>
          <a:xfrm>
            <a:off x="2952110" y="1082851"/>
            <a:ext cx="454971" cy="7031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3" name="Straight Arrow Connector 592">
            <a:extLst>
              <a:ext uri="{FF2B5EF4-FFF2-40B4-BE49-F238E27FC236}">
                <a16:creationId xmlns:a16="http://schemas.microsoft.com/office/drawing/2014/main" id="{938542CD-7E13-801D-126B-8FE0126863AC}"/>
              </a:ext>
            </a:extLst>
          </p:cNvPr>
          <p:cNvCxnSpPr>
            <a:cxnSpLocks/>
            <a:stCxn id="485" idx="3"/>
            <a:endCxn id="20" idx="1"/>
          </p:cNvCxnSpPr>
          <p:nvPr/>
        </p:nvCxnSpPr>
        <p:spPr>
          <a:xfrm>
            <a:off x="2957718" y="1324915"/>
            <a:ext cx="449363" cy="12209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6" name="Straight Arrow Connector 595">
            <a:extLst>
              <a:ext uri="{FF2B5EF4-FFF2-40B4-BE49-F238E27FC236}">
                <a16:creationId xmlns:a16="http://schemas.microsoft.com/office/drawing/2014/main" id="{0B75EB95-51B3-8549-4B7C-BE93FA9654FF}"/>
              </a:ext>
            </a:extLst>
          </p:cNvPr>
          <p:cNvCxnSpPr>
            <a:cxnSpLocks/>
            <a:stCxn id="486" idx="3"/>
            <a:endCxn id="21" idx="1"/>
          </p:cNvCxnSpPr>
          <p:nvPr/>
        </p:nvCxnSpPr>
        <p:spPr>
          <a:xfrm>
            <a:off x="2957719" y="1515109"/>
            <a:ext cx="449362" cy="12210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9" name="Straight Arrow Connector 598">
            <a:extLst>
              <a:ext uri="{FF2B5EF4-FFF2-40B4-BE49-F238E27FC236}">
                <a16:creationId xmlns:a16="http://schemas.microsoft.com/office/drawing/2014/main" id="{0D01553C-20CF-B769-3DC0-0B60AD9E053E}"/>
              </a:ext>
            </a:extLst>
          </p:cNvPr>
          <p:cNvCxnSpPr>
            <a:cxnSpLocks/>
            <a:stCxn id="487" idx="3"/>
            <a:endCxn id="22" idx="1"/>
          </p:cNvCxnSpPr>
          <p:nvPr/>
        </p:nvCxnSpPr>
        <p:spPr>
          <a:xfrm>
            <a:off x="2957719" y="1705107"/>
            <a:ext cx="449362" cy="12407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9" name="TextBox 618">
            <a:extLst>
              <a:ext uri="{FF2B5EF4-FFF2-40B4-BE49-F238E27FC236}">
                <a16:creationId xmlns:a16="http://schemas.microsoft.com/office/drawing/2014/main" id="{7ADF8C5E-D988-0710-FFAB-0AFB44CEA8B5}"/>
              </a:ext>
            </a:extLst>
          </p:cNvPr>
          <p:cNvSpPr txBox="1"/>
          <p:nvPr/>
        </p:nvSpPr>
        <p:spPr>
          <a:xfrm>
            <a:off x="1954631" y="603556"/>
            <a:ext cx="539812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C31/32 in</a:t>
            </a:r>
          </a:p>
        </p:txBody>
      </p:sp>
      <p:sp>
        <p:nvSpPr>
          <p:cNvPr id="620" name="TextBox 619">
            <a:extLst>
              <a:ext uri="{FF2B5EF4-FFF2-40B4-BE49-F238E27FC236}">
                <a16:creationId xmlns:a16="http://schemas.microsoft.com/office/drawing/2014/main" id="{3F07136B-CAFB-8AF5-8E73-A36F2C8CCC4B}"/>
              </a:ext>
            </a:extLst>
          </p:cNvPr>
          <p:cNvSpPr txBox="1"/>
          <p:nvPr/>
        </p:nvSpPr>
        <p:spPr>
          <a:xfrm>
            <a:off x="1954630" y="793751"/>
            <a:ext cx="539812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C33/34 in</a:t>
            </a:r>
          </a:p>
        </p:txBody>
      </p:sp>
      <p:sp>
        <p:nvSpPr>
          <p:cNvPr id="621" name="TextBox 620">
            <a:extLst>
              <a:ext uri="{FF2B5EF4-FFF2-40B4-BE49-F238E27FC236}">
                <a16:creationId xmlns:a16="http://schemas.microsoft.com/office/drawing/2014/main" id="{171F592F-EE8C-2235-E9B5-47C78E21E9A8}"/>
              </a:ext>
            </a:extLst>
          </p:cNvPr>
          <p:cNvSpPr txBox="1"/>
          <p:nvPr/>
        </p:nvSpPr>
        <p:spPr>
          <a:xfrm>
            <a:off x="1954631" y="983945"/>
            <a:ext cx="539812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C35/36 in</a:t>
            </a:r>
          </a:p>
        </p:txBody>
      </p:sp>
      <p:sp>
        <p:nvSpPr>
          <p:cNvPr id="622" name="TextBox 621">
            <a:extLst>
              <a:ext uri="{FF2B5EF4-FFF2-40B4-BE49-F238E27FC236}">
                <a16:creationId xmlns:a16="http://schemas.microsoft.com/office/drawing/2014/main" id="{3C6031EC-DD49-C7F8-BF78-5F5D9E3E481B}"/>
              </a:ext>
            </a:extLst>
          </p:cNvPr>
          <p:cNvSpPr txBox="1"/>
          <p:nvPr/>
        </p:nvSpPr>
        <p:spPr>
          <a:xfrm>
            <a:off x="1960239" y="1226009"/>
            <a:ext cx="539812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C37/38 in</a:t>
            </a:r>
          </a:p>
        </p:txBody>
      </p:sp>
      <p:sp>
        <p:nvSpPr>
          <p:cNvPr id="623" name="TextBox 622">
            <a:extLst>
              <a:ext uri="{FF2B5EF4-FFF2-40B4-BE49-F238E27FC236}">
                <a16:creationId xmlns:a16="http://schemas.microsoft.com/office/drawing/2014/main" id="{DCC7E051-B13A-93D9-0CA9-D54C349189BB}"/>
              </a:ext>
            </a:extLst>
          </p:cNvPr>
          <p:cNvSpPr txBox="1"/>
          <p:nvPr/>
        </p:nvSpPr>
        <p:spPr>
          <a:xfrm>
            <a:off x="1960240" y="1416203"/>
            <a:ext cx="539812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C39/40 in</a:t>
            </a:r>
          </a:p>
        </p:txBody>
      </p:sp>
      <p:sp>
        <p:nvSpPr>
          <p:cNvPr id="624" name="TextBox 623">
            <a:extLst>
              <a:ext uri="{FF2B5EF4-FFF2-40B4-BE49-F238E27FC236}">
                <a16:creationId xmlns:a16="http://schemas.microsoft.com/office/drawing/2014/main" id="{2DF762CA-D987-A79B-257D-15B1C19BAD91}"/>
              </a:ext>
            </a:extLst>
          </p:cNvPr>
          <p:cNvSpPr txBox="1"/>
          <p:nvPr/>
        </p:nvSpPr>
        <p:spPr>
          <a:xfrm>
            <a:off x="1960240" y="1606398"/>
            <a:ext cx="539812" cy="1898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C41/42 in</a:t>
            </a:r>
          </a:p>
        </p:txBody>
      </p:sp>
      <p:sp>
        <p:nvSpPr>
          <p:cNvPr id="695" name="TextBox 694">
            <a:extLst>
              <a:ext uri="{FF2B5EF4-FFF2-40B4-BE49-F238E27FC236}">
                <a16:creationId xmlns:a16="http://schemas.microsoft.com/office/drawing/2014/main" id="{79E33CB5-5897-C614-807C-25BAF643744C}"/>
              </a:ext>
            </a:extLst>
          </p:cNvPr>
          <p:cNvSpPr txBox="1"/>
          <p:nvPr/>
        </p:nvSpPr>
        <p:spPr>
          <a:xfrm>
            <a:off x="1557624" y="5141396"/>
            <a:ext cx="1060255" cy="19019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 err="1">
                <a:solidFill>
                  <a:srgbClr val="00B050"/>
                </a:solidFill>
                <a:highlight>
                  <a:srgbClr val="FFFF00"/>
                </a:highlight>
              </a:rPr>
              <a:t>ch</a:t>
            </a:r>
            <a:r>
              <a:rPr lang="en-US" sz="800" dirty="0">
                <a:solidFill>
                  <a:srgbClr val="00B050"/>
                </a:solidFill>
                <a:highlight>
                  <a:srgbClr val="FFFF00"/>
                </a:highlight>
              </a:rPr>
              <a:t> 21-userin21</a:t>
            </a:r>
          </a:p>
        </p:txBody>
      </p:sp>
      <p:sp>
        <p:nvSpPr>
          <p:cNvPr id="696" name="TextBox 695">
            <a:extLst>
              <a:ext uri="{FF2B5EF4-FFF2-40B4-BE49-F238E27FC236}">
                <a16:creationId xmlns:a16="http://schemas.microsoft.com/office/drawing/2014/main" id="{B3582FA3-7B6F-7206-BB98-B8C005DD5FD4}"/>
              </a:ext>
            </a:extLst>
          </p:cNvPr>
          <p:cNvSpPr txBox="1"/>
          <p:nvPr/>
        </p:nvSpPr>
        <p:spPr>
          <a:xfrm>
            <a:off x="1557623" y="5331359"/>
            <a:ext cx="1060255" cy="19019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 err="1">
                <a:solidFill>
                  <a:srgbClr val="00B050"/>
                </a:solidFill>
                <a:highlight>
                  <a:srgbClr val="FFFF00"/>
                </a:highlight>
              </a:rPr>
              <a:t>ch</a:t>
            </a:r>
            <a:r>
              <a:rPr lang="en-US" sz="800" dirty="0">
                <a:solidFill>
                  <a:srgbClr val="00B050"/>
                </a:solidFill>
                <a:highlight>
                  <a:srgbClr val="FFFF00"/>
                </a:highlight>
              </a:rPr>
              <a:t> 22-userin22</a:t>
            </a:r>
          </a:p>
        </p:txBody>
      </p:sp>
      <p:sp>
        <p:nvSpPr>
          <p:cNvPr id="697" name="TextBox 696">
            <a:extLst>
              <a:ext uri="{FF2B5EF4-FFF2-40B4-BE49-F238E27FC236}">
                <a16:creationId xmlns:a16="http://schemas.microsoft.com/office/drawing/2014/main" id="{91C806FC-5CC7-8B67-7835-20D050F224ED}"/>
              </a:ext>
            </a:extLst>
          </p:cNvPr>
          <p:cNvSpPr txBox="1"/>
          <p:nvPr/>
        </p:nvSpPr>
        <p:spPr>
          <a:xfrm>
            <a:off x="1557624" y="5521785"/>
            <a:ext cx="1060255" cy="19019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 err="1">
                <a:solidFill>
                  <a:srgbClr val="00B050"/>
                </a:solidFill>
                <a:highlight>
                  <a:srgbClr val="FFFF00"/>
                </a:highlight>
              </a:rPr>
              <a:t>ch</a:t>
            </a:r>
            <a:r>
              <a:rPr lang="en-US" sz="800" dirty="0">
                <a:solidFill>
                  <a:srgbClr val="00B050"/>
                </a:solidFill>
                <a:highlight>
                  <a:srgbClr val="FFFF00"/>
                </a:highlight>
              </a:rPr>
              <a:t> 23-userin23</a:t>
            </a:r>
          </a:p>
        </p:txBody>
      </p:sp>
      <p:sp>
        <p:nvSpPr>
          <p:cNvPr id="698" name="TextBox 697">
            <a:extLst>
              <a:ext uri="{FF2B5EF4-FFF2-40B4-BE49-F238E27FC236}">
                <a16:creationId xmlns:a16="http://schemas.microsoft.com/office/drawing/2014/main" id="{C892D179-5096-1A93-6B63-1BF405DD8692}"/>
              </a:ext>
            </a:extLst>
          </p:cNvPr>
          <p:cNvSpPr txBox="1"/>
          <p:nvPr/>
        </p:nvSpPr>
        <p:spPr>
          <a:xfrm>
            <a:off x="1557623" y="5711440"/>
            <a:ext cx="1060255" cy="19019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 err="1">
                <a:solidFill>
                  <a:srgbClr val="00B050"/>
                </a:solidFill>
                <a:highlight>
                  <a:srgbClr val="FFFF00"/>
                </a:highlight>
              </a:rPr>
              <a:t>ch</a:t>
            </a:r>
            <a:r>
              <a:rPr lang="en-US" sz="800" dirty="0">
                <a:solidFill>
                  <a:srgbClr val="00B050"/>
                </a:solidFill>
                <a:highlight>
                  <a:srgbClr val="FFFF00"/>
                </a:highlight>
              </a:rPr>
              <a:t> 24-userin24</a:t>
            </a:r>
          </a:p>
        </p:txBody>
      </p:sp>
      <p:sp>
        <p:nvSpPr>
          <p:cNvPr id="699" name="TextBox 698">
            <a:extLst>
              <a:ext uri="{FF2B5EF4-FFF2-40B4-BE49-F238E27FC236}">
                <a16:creationId xmlns:a16="http://schemas.microsoft.com/office/drawing/2014/main" id="{7F6C88CD-2E23-D679-96F3-99354B40ACAB}"/>
              </a:ext>
            </a:extLst>
          </p:cNvPr>
          <p:cNvSpPr txBox="1"/>
          <p:nvPr/>
        </p:nvSpPr>
        <p:spPr>
          <a:xfrm>
            <a:off x="1557623" y="5901866"/>
            <a:ext cx="1060255" cy="19019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 err="1">
                <a:solidFill>
                  <a:srgbClr val="00B050"/>
                </a:solidFill>
                <a:highlight>
                  <a:srgbClr val="FFFF00"/>
                </a:highlight>
              </a:rPr>
              <a:t>ch</a:t>
            </a:r>
            <a:r>
              <a:rPr lang="en-US" sz="800" dirty="0">
                <a:solidFill>
                  <a:srgbClr val="00B050"/>
                </a:solidFill>
                <a:highlight>
                  <a:srgbClr val="FFFF00"/>
                </a:highlight>
              </a:rPr>
              <a:t> 25-userin25</a:t>
            </a:r>
          </a:p>
        </p:txBody>
      </p:sp>
      <p:sp>
        <p:nvSpPr>
          <p:cNvPr id="700" name="TextBox 699">
            <a:extLst>
              <a:ext uri="{FF2B5EF4-FFF2-40B4-BE49-F238E27FC236}">
                <a16:creationId xmlns:a16="http://schemas.microsoft.com/office/drawing/2014/main" id="{97C6D78A-F554-9784-4A3B-CD785D1C0E4C}"/>
              </a:ext>
            </a:extLst>
          </p:cNvPr>
          <p:cNvSpPr txBox="1"/>
          <p:nvPr/>
        </p:nvSpPr>
        <p:spPr>
          <a:xfrm>
            <a:off x="1557623" y="6095491"/>
            <a:ext cx="1060255" cy="18980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 err="1">
                <a:solidFill>
                  <a:srgbClr val="00B050"/>
                </a:solidFill>
                <a:highlight>
                  <a:srgbClr val="FFFF00"/>
                </a:highlight>
              </a:rPr>
              <a:t>ch</a:t>
            </a:r>
            <a:r>
              <a:rPr lang="en-US" sz="800" dirty="0">
                <a:solidFill>
                  <a:srgbClr val="00B050"/>
                </a:solidFill>
                <a:highlight>
                  <a:srgbClr val="FFFF00"/>
                </a:highlight>
              </a:rPr>
              <a:t> 26-userin26</a:t>
            </a:r>
          </a:p>
        </p:txBody>
      </p:sp>
      <p:sp>
        <p:nvSpPr>
          <p:cNvPr id="702" name="TextBox 701">
            <a:extLst>
              <a:ext uri="{FF2B5EF4-FFF2-40B4-BE49-F238E27FC236}">
                <a16:creationId xmlns:a16="http://schemas.microsoft.com/office/drawing/2014/main" id="{E18BF340-C547-F5D0-7D26-7E35CE300460}"/>
              </a:ext>
            </a:extLst>
          </p:cNvPr>
          <p:cNvSpPr txBox="1"/>
          <p:nvPr/>
        </p:nvSpPr>
        <p:spPr>
          <a:xfrm>
            <a:off x="1563108" y="4577370"/>
            <a:ext cx="1056605" cy="19019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 err="1">
                <a:solidFill>
                  <a:srgbClr val="00B050"/>
                </a:solidFill>
                <a:highlight>
                  <a:srgbClr val="FFFF00"/>
                </a:highlight>
              </a:rPr>
              <a:t>ch</a:t>
            </a:r>
            <a:r>
              <a:rPr lang="en-US" sz="800" dirty="0">
                <a:solidFill>
                  <a:srgbClr val="00B050"/>
                </a:solidFill>
                <a:highlight>
                  <a:srgbClr val="FFFF00"/>
                </a:highlight>
              </a:rPr>
              <a:t> 17/18-usrin 17/18 LR</a:t>
            </a:r>
          </a:p>
        </p:txBody>
      </p:sp>
      <p:sp>
        <p:nvSpPr>
          <p:cNvPr id="703" name="TextBox 702">
            <a:extLst>
              <a:ext uri="{FF2B5EF4-FFF2-40B4-BE49-F238E27FC236}">
                <a16:creationId xmlns:a16="http://schemas.microsoft.com/office/drawing/2014/main" id="{B7F01752-4935-ADF4-A952-75A22678CA1C}"/>
              </a:ext>
            </a:extLst>
          </p:cNvPr>
          <p:cNvSpPr txBox="1"/>
          <p:nvPr/>
        </p:nvSpPr>
        <p:spPr>
          <a:xfrm>
            <a:off x="1563107" y="4767333"/>
            <a:ext cx="1056605" cy="19019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 err="1">
                <a:solidFill>
                  <a:srgbClr val="00B050"/>
                </a:solidFill>
                <a:highlight>
                  <a:srgbClr val="FFFF00"/>
                </a:highlight>
              </a:rPr>
              <a:t>ch</a:t>
            </a:r>
            <a:r>
              <a:rPr lang="en-US" sz="800" dirty="0">
                <a:solidFill>
                  <a:srgbClr val="00B050"/>
                </a:solidFill>
                <a:highlight>
                  <a:srgbClr val="FFFF00"/>
                </a:highlight>
              </a:rPr>
              <a:t> 19-userin19 Mono</a:t>
            </a:r>
          </a:p>
        </p:txBody>
      </p:sp>
      <p:sp>
        <p:nvSpPr>
          <p:cNvPr id="704" name="TextBox 703">
            <a:extLst>
              <a:ext uri="{FF2B5EF4-FFF2-40B4-BE49-F238E27FC236}">
                <a16:creationId xmlns:a16="http://schemas.microsoft.com/office/drawing/2014/main" id="{690BD2E3-9516-6ACE-9D2F-251C76CBA4B2}"/>
              </a:ext>
            </a:extLst>
          </p:cNvPr>
          <p:cNvSpPr txBox="1"/>
          <p:nvPr/>
        </p:nvSpPr>
        <p:spPr>
          <a:xfrm>
            <a:off x="1563108" y="4957759"/>
            <a:ext cx="1056605" cy="19019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 err="1">
                <a:solidFill>
                  <a:srgbClr val="00B050"/>
                </a:solidFill>
                <a:highlight>
                  <a:srgbClr val="FFFF00"/>
                </a:highlight>
              </a:rPr>
              <a:t>ch</a:t>
            </a:r>
            <a:r>
              <a:rPr lang="en-US" sz="800" dirty="0">
                <a:solidFill>
                  <a:srgbClr val="00B050"/>
                </a:solidFill>
                <a:highlight>
                  <a:srgbClr val="FFFF00"/>
                </a:highlight>
              </a:rPr>
              <a:t> 20-userin20 SUB</a:t>
            </a:r>
          </a:p>
        </p:txBody>
      </p:sp>
      <p:sp>
        <p:nvSpPr>
          <p:cNvPr id="706" name="TextBox 705">
            <a:extLst>
              <a:ext uri="{FF2B5EF4-FFF2-40B4-BE49-F238E27FC236}">
                <a16:creationId xmlns:a16="http://schemas.microsoft.com/office/drawing/2014/main" id="{B1097A64-F676-C7EA-1C19-2745DC31B3EA}"/>
              </a:ext>
            </a:extLst>
          </p:cNvPr>
          <p:cNvSpPr txBox="1"/>
          <p:nvPr/>
        </p:nvSpPr>
        <p:spPr>
          <a:xfrm>
            <a:off x="285825" y="221696"/>
            <a:ext cx="599846" cy="190195"/>
          </a:xfrm>
          <a:prstGeom prst="rect">
            <a:avLst/>
          </a:prstGeom>
          <a:noFill/>
        </p:spPr>
        <p:txBody>
          <a:bodyPr wrap="square" rtlCol="0">
            <a:normAutofit fontScale="47500" lnSpcReduction="20000"/>
          </a:bodyPr>
          <a:lstStyle/>
          <a:p>
            <a:r>
              <a:rPr lang="en-US" sz="1100" dirty="0"/>
              <a:t>Rev 20260515a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F25253-7D92-B1AE-1CE2-32393079E179}"/>
              </a:ext>
            </a:extLst>
          </p:cNvPr>
          <p:cNvSpPr txBox="1"/>
          <p:nvPr/>
        </p:nvSpPr>
        <p:spPr>
          <a:xfrm>
            <a:off x="4298082" y="849122"/>
            <a:ext cx="599846" cy="3358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Main 1</a:t>
            </a:r>
          </a:p>
          <a:p>
            <a:r>
              <a:rPr lang="en-US" sz="800" dirty="0">
                <a:solidFill>
                  <a:srgbClr val="FF0000"/>
                </a:solidFill>
              </a:rPr>
              <a:t>Vox + </a:t>
            </a:r>
            <a:r>
              <a:rPr lang="en-US" sz="800" dirty="0" err="1">
                <a:solidFill>
                  <a:srgbClr val="FF0000"/>
                </a:solidFill>
              </a:rPr>
              <a:t>vvrb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75AFB1-D4E2-778C-B4AA-E0E61F827164}"/>
              </a:ext>
            </a:extLst>
          </p:cNvPr>
          <p:cNvSpPr txBox="1"/>
          <p:nvPr/>
        </p:nvSpPr>
        <p:spPr>
          <a:xfrm>
            <a:off x="4298081" y="1409414"/>
            <a:ext cx="607023" cy="3071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Main 2</a:t>
            </a:r>
          </a:p>
          <a:p>
            <a:r>
              <a:rPr lang="en-US" sz="800" dirty="0">
                <a:solidFill>
                  <a:srgbClr val="FF0000"/>
                </a:solidFill>
              </a:rPr>
              <a:t>Inst + </a:t>
            </a:r>
            <a:r>
              <a:rPr lang="en-US" sz="800" dirty="0" err="1">
                <a:solidFill>
                  <a:srgbClr val="FF0000"/>
                </a:solidFill>
              </a:rPr>
              <a:t>ivrb</a:t>
            </a:r>
            <a:endParaRPr lang="en-US" sz="800" dirty="0">
              <a:solidFill>
                <a:srgbClr val="FF0000"/>
              </a:solidFill>
            </a:endParaRPr>
          </a:p>
          <a:p>
            <a:endParaRPr lang="en-US" sz="800" dirty="0">
              <a:solidFill>
                <a:srgbClr val="FF0000"/>
              </a:solidFill>
            </a:endParaRPr>
          </a:p>
        </p:txBody>
      </p:sp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8BA589C3-88BD-BBD8-B86F-17527438758F}"/>
              </a:ext>
            </a:extLst>
          </p:cNvPr>
          <p:cNvCxnSpPr>
            <a:cxnSpLocks/>
            <a:stCxn id="11" idx="3"/>
            <a:endCxn id="279" idx="1"/>
          </p:cNvCxnSpPr>
          <p:nvPr/>
        </p:nvCxnSpPr>
        <p:spPr>
          <a:xfrm>
            <a:off x="4897928" y="1017051"/>
            <a:ext cx="2212074" cy="224975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C97A2574-F0BB-3C28-5DD3-D438F65B6664}"/>
              </a:ext>
            </a:extLst>
          </p:cNvPr>
          <p:cNvSpPr txBox="1"/>
          <p:nvPr/>
        </p:nvSpPr>
        <p:spPr>
          <a:xfrm>
            <a:off x="3379602" y="4435614"/>
            <a:ext cx="599846" cy="190195"/>
          </a:xfrm>
          <a:prstGeom prst="rect">
            <a:avLst/>
          </a:prstGeom>
          <a:noFill/>
        </p:spPr>
        <p:txBody>
          <a:bodyPr wrap="square" rtlCol="0">
            <a:normAutofit fontScale="62500" lnSpcReduction="20000"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WING1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A6FB8C99-910A-613B-B23C-0B28A7E50A42}"/>
              </a:ext>
            </a:extLst>
          </p:cNvPr>
          <p:cNvSpPr txBox="1"/>
          <p:nvPr/>
        </p:nvSpPr>
        <p:spPr>
          <a:xfrm>
            <a:off x="-94376" y="-1239048"/>
            <a:ext cx="599846" cy="190195"/>
          </a:xfrm>
          <a:prstGeom prst="rect">
            <a:avLst/>
          </a:prstGeom>
          <a:noFill/>
        </p:spPr>
        <p:txBody>
          <a:bodyPr wrap="square" rtlCol="0">
            <a:normAutofit fontScale="55000" lnSpcReduction="20000"/>
          </a:bodyPr>
          <a:lstStyle/>
          <a:p>
            <a:r>
              <a:rPr lang="en-US" sz="1100" dirty="0">
                <a:solidFill>
                  <a:srgbClr val="7030A0"/>
                </a:solidFill>
              </a:rPr>
              <a:t>LJ X32 Rack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C34C811F-0352-E2E7-45A7-A641FBC6DCE9}"/>
              </a:ext>
            </a:extLst>
          </p:cNvPr>
          <p:cNvSpPr txBox="1"/>
          <p:nvPr/>
        </p:nvSpPr>
        <p:spPr>
          <a:xfrm>
            <a:off x="4356762" y="2411268"/>
            <a:ext cx="599846" cy="190195"/>
          </a:xfrm>
          <a:prstGeom prst="rect">
            <a:avLst/>
          </a:prstGeom>
          <a:noFill/>
        </p:spPr>
        <p:txBody>
          <a:bodyPr wrap="square" rtlCol="0">
            <a:normAutofit fontScale="62500" lnSpcReduction="20000"/>
          </a:bodyPr>
          <a:lstStyle/>
          <a:p>
            <a:r>
              <a:rPr lang="en-US" sz="1100" dirty="0">
                <a:solidFill>
                  <a:srgbClr val="7030A0"/>
                </a:solidFill>
              </a:rPr>
              <a:t>WING2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186779-84DE-F941-18A9-2ACC97374D9A}"/>
              </a:ext>
            </a:extLst>
          </p:cNvPr>
          <p:cNvSpPr txBox="1"/>
          <p:nvPr/>
        </p:nvSpPr>
        <p:spPr>
          <a:xfrm>
            <a:off x="117447" y="-17899"/>
            <a:ext cx="83743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Fixed Routing Map (not shown is recording/playback)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042E117-DAE1-B07C-FB1A-184C663EAAD2}"/>
              </a:ext>
            </a:extLst>
          </p:cNvPr>
          <p:cNvSpPr txBox="1"/>
          <p:nvPr/>
        </p:nvSpPr>
        <p:spPr>
          <a:xfrm>
            <a:off x="7824861" y="835028"/>
            <a:ext cx="562495" cy="646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sz="500" dirty="0">
                <a:solidFill>
                  <a:srgbClr val="FF0000"/>
                </a:solidFill>
                <a:highlight>
                  <a:srgbClr val="FFFF00"/>
                </a:highlight>
              </a:rPr>
              <a:t>LCL out 05/06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ED4BC38-4AC3-B1E7-218C-1639F47544E8}"/>
              </a:ext>
            </a:extLst>
          </p:cNvPr>
          <p:cNvSpPr txBox="1"/>
          <p:nvPr/>
        </p:nvSpPr>
        <p:spPr>
          <a:xfrm>
            <a:off x="7823424" y="1152650"/>
            <a:ext cx="562495" cy="646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sz="500" dirty="0">
                <a:solidFill>
                  <a:srgbClr val="FF0000"/>
                </a:solidFill>
                <a:highlight>
                  <a:srgbClr val="FFFF00"/>
                </a:highlight>
              </a:rPr>
              <a:t>LCL out 07</a:t>
            </a:r>
          </a:p>
        </p:txBody>
      </p:sp>
      <p:sp>
        <p:nvSpPr>
          <p:cNvPr id="448" name="TextBox 447">
            <a:extLst>
              <a:ext uri="{FF2B5EF4-FFF2-40B4-BE49-F238E27FC236}">
                <a16:creationId xmlns:a16="http://schemas.microsoft.com/office/drawing/2014/main" id="{9DA3620F-BB73-BB96-29B4-FA5F09D67508}"/>
              </a:ext>
            </a:extLst>
          </p:cNvPr>
          <p:cNvSpPr txBox="1"/>
          <p:nvPr/>
        </p:nvSpPr>
        <p:spPr>
          <a:xfrm>
            <a:off x="7815267" y="1470563"/>
            <a:ext cx="593088" cy="567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 anchor="ctr" anchorCtr="0">
            <a:noAutofit/>
          </a:bodyPr>
          <a:lstStyle/>
          <a:p>
            <a:pPr algn="ctr"/>
            <a:r>
              <a:rPr lang="en-US" sz="500" dirty="0" err="1">
                <a:solidFill>
                  <a:srgbClr val="FF0000"/>
                </a:solidFill>
                <a:highlight>
                  <a:srgbClr val="FFFF00"/>
                </a:highlight>
              </a:rPr>
              <a:t>Lcl</a:t>
            </a:r>
            <a:r>
              <a:rPr lang="en-US" sz="500" dirty="0">
                <a:solidFill>
                  <a:srgbClr val="FF0000"/>
                </a:solidFill>
                <a:highlight>
                  <a:srgbClr val="FFFF00"/>
                </a:highlight>
              </a:rPr>
              <a:t> out 08</a:t>
            </a: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4A7ACEB8-CA9A-A854-9C0B-0DBCABE7A35C}"/>
              </a:ext>
            </a:extLst>
          </p:cNvPr>
          <p:cNvCxnSpPr>
            <a:cxnSpLocks/>
            <a:stCxn id="11" idx="3"/>
            <a:endCxn id="278" idx="1"/>
          </p:cNvCxnSpPr>
          <p:nvPr/>
        </p:nvCxnSpPr>
        <p:spPr>
          <a:xfrm flipV="1">
            <a:off x="4897928" y="936850"/>
            <a:ext cx="2207050" cy="80201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16972F48-F83A-4BD0-2288-75C649909FF1}"/>
              </a:ext>
            </a:extLst>
          </p:cNvPr>
          <p:cNvCxnSpPr>
            <a:cxnSpLocks/>
            <a:stCxn id="15" idx="3"/>
            <a:endCxn id="279" idx="1"/>
          </p:cNvCxnSpPr>
          <p:nvPr/>
        </p:nvCxnSpPr>
        <p:spPr>
          <a:xfrm flipV="1">
            <a:off x="4905104" y="1242026"/>
            <a:ext cx="2204898" cy="320974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77D1369A-FFC7-7AB7-6235-75768ECA5460}"/>
              </a:ext>
            </a:extLst>
          </p:cNvPr>
          <p:cNvCxnSpPr>
            <a:cxnSpLocks/>
            <a:stCxn id="15" idx="3"/>
            <a:endCxn id="278" idx="1"/>
          </p:cNvCxnSpPr>
          <p:nvPr/>
        </p:nvCxnSpPr>
        <p:spPr>
          <a:xfrm flipV="1">
            <a:off x="4905104" y="936850"/>
            <a:ext cx="2199874" cy="626150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B4D52996-BA14-496D-9AE7-A0713082AD99}"/>
              </a:ext>
            </a:extLst>
          </p:cNvPr>
          <p:cNvCxnSpPr>
            <a:cxnSpLocks/>
            <a:stCxn id="15" idx="3"/>
            <a:endCxn id="282" idx="1"/>
          </p:cNvCxnSpPr>
          <p:nvPr/>
        </p:nvCxnSpPr>
        <p:spPr>
          <a:xfrm flipV="1">
            <a:off x="4905104" y="1557888"/>
            <a:ext cx="2204898" cy="5112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4475E01-FF4A-4AAF-B417-F73E12EC0700}"/>
              </a:ext>
            </a:extLst>
          </p:cNvPr>
          <p:cNvCxnSpPr>
            <a:cxnSpLocks/>
            <a:stCxn id="11" idx="3"/>
            <a:endCxn id="280" idx="1"/>
          </p:cNvCxnSpPr>
          <p:nvPr/>
        </p:nvCxnSpPr>
        <p:spPr>
          <a:xfrm>
            <a:off x="4897928" y="1017051"/>
            <a:ext cx="2212074" cy="924049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B0948CE-71CC-B84B-36F7-5E818E76CD50}"/>
              </a:ext>
            </a:extLst>
          </p:cNvPr>
          <p:cNvCxnSpPr>
            <a:cxnSpLocks/>
            <a:stCxn id="15" idx="3"/>
            <a:endCxn id="280" idx="1"/>
          </p:cNvCxnSpPr>
          <p:nvPr/>
        </p:nvCxnSpPr>
        <p:spPr>
          <a:xfrm>
            <a:off x="4905104" y="1563000"/>
            <a:ext cx="2204898" cy="378100"/>
          </a:xfrm>
          <a:prstGeom prst="straightConnector1">
            <a:avLst/>
          </a:prstGeom>
          <a:ln w="3175">
            <a:solidFill>
              <a:srgbClr val="FF0000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892C97E-B928-E593-66D8-C09D9FF42A5B}"/>
              </a:ext>
            </a:extLst>
          </p:cNvPr>
          <p:cNvSpPr txBox="1"/>
          <p:nvPr/>
        </p:nvSpPr>
        <p:spPr>
          <a:xfrm>
            <a:off x="1463912" y="596087"/>
            <a:ext cx="488641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C31/32 out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E988C40-0BF8-CAF1-641B-4EDFEEB3B4A4}"/>
              </a:ext>
            </a:extLst>
          </p:cNvPr>
          <p:cNvSpPr txBox="1"/>
          <p:nvPr/>
        </p:nvSpPr>
        <p:spPr>
          <a:xfrm>
            <a:off x="1463912" y="786282"/>
            <a:ext cx="488641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C33/34out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EF7FCE-993D-C379-3952-4D1B60241CB0}"/>
              </a:ext>
            </a:extLst>
          </p:cNvPr>
          <p:cNvSpPr txBox="1"/>
          <p:nvPr/>
        </p:nvSpPr>
        <p:spPr>
          <a:xfrm>
            <a:off x="1463912" y="976477"/>
            <a:ext cx="488641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C35/36 out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559F02E-201A-F8F2-7B59-784DB8072FAB}"/>
              </a:ext>
            </a:extLst>
          </p:cNvPr>
          <p:cNvSpPr txBox="1"/>
          <p:nvPr/>
        </p:nvSpPr>
        <p:spPr>
          <a:xfrm>
            <a:off x="1463912" y="1223719"/>
            <a:ext cx="488641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C37/38 out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1317086-3074-58A2-BD9C-C18BE4FCC3D9}"/>
              </a:ext>
            </a:extLst>
          </p:cNvPr>
          <p:cNvSpPr txBox="1"/>
          <p:nvPr/>
        </p:nvSpPr>
        <p:spPr>
          <a:xfrm>
            <a:off x="1463912" y="1413914"/>
            <a:ext cx="488641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C39/40 out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AA8BEFC-B258-809F-4286-965062D0E8EA}"/>
              </a:ext>
            </a:extLst>
          </p:cNvPr>
          <p:cNvSpPr txBox="1"/>
          <p:nvPr/>
        </p:nvSpPr>
        <p:spPr>
          <a:xfrm>
            <a:off x="1463912" y="1604109"/>
            <a:ext cx="488641" cy="19019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7030A0"/>
                </a:solidFill>
              </a:rPr>
              <a:t>C41/42 out</a:t>
            </a:r>
          </a:p>
        </p:txBody>
      </p:sp>
      <p:cxnSp>
        <p:nvCxnSpPr>
          <p:cNvPr id="180" name="Connector: Elbow 179">
            <a:extLst>
              <a:ext uri="{FF2B5EF4-FFF2-40B4-BE49-F238E27FC236}">
                <a16:creationId xmlns:a16="http://schemas.microsoft.com/office/drawing/2014/main" id="{1AD1B17B-8B3B-C53D-91FF-512EFA2AB849}"/>
              </a:ext>
            </a:extLst>
          </p:cNvPr>
          <p:cNvCxnSpPr>
            <a:cxnSpLocks/>
            <a:stCxn id="88" idx="3"/>
            <a:endCxn id="215" idx="3"/>
          </p:cNvCxnSpPr>
          <p:nvPr/>
        </p:nvCxnSpPr>
        <p:spPr>
          <a:xfrm flipH="1">
            <a:off x="4141719" y="3010310"/>
            <a:ext cx="1185019" cy="2227542"/>
          </a:xfrm>
          <a:prstGeom prst="bentConnector3">
            <a:avLst>
              <a:gd name="adj1" fmla="val -41274"/>
            </a:avLst>
          </a:prstGeom>
          <a:ln w="3175">
            <a:solidFill>
              <a:schemeClr val="accent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TextBox 185">
            <a:extLst>
              <a:ext uri="{FF2B5EF4-FFF2-40B4-BE49-F238E27FC236}">
                <a16:creationId xmlns:a16="http://schemas.microsoft.com/office/drawing/2014/main" id="{23746CE6-2B3B-BEC0-CB56-C7C6A22F5708}"/>
              </a:ext>
            </a:extLst>
          </p:cNvPr>
          <p:cNvSpPr txBox="1"/>
          <p:nvPr/>
        </p:nvSpPr>
        <p:spPr>
          <a:xfrm>
            <a:off x="3402791" y="4434426"/>
            <a:ext cx="599846" cy="190195"/>
          </a:xfrm>
          <a:prstGeom prst="rect">
            <a:avLst/>
          </a:prstGeom>
          <a:noFill/>
        </p:spPr>
        <p:txBody>
          <a:bodyPr wrap="square" rtlCol="0">
            <a:normAutofit fontScale="62500" lnSpcReduction="20000"/>
          </a:bodyPr>
          <a:lstStyle/>
          <a:p>
            <a:endParaRPr lang="en-US" sz="1100" dirty="0">
              <a:solidFill>
                <a:srgbClr val="7030A0"/>
              </a:solidFill>
            </a:endParaRPr>
          </a:p>
        </p:txBody>
      </p:sp>
      <p:cxnSp>
        <p:nvCxnSpPr>
          <p:cNvPr id="189" name="Connector: Elbow 188">
            <a:extLst>
              <a:ext uri="{FF2B5EF4-FFF2-40B4-BE49-F238E27FC236}">
                <a16:creationId xmlns:a16="http://schemas.microsoft.com/office/drawing/2014/main" id="{4AC56214-3E06-0E9E-AE5A-63079C12543D}"/>
              </a:ext>
            </a:extLst>
          </p:cNvPr>
          <p:cNvCxnSpPr>
            <a:cxnSpLocks/>
            <a:stCxn id="89" idx="3"/>
            <a:endCxn id="216" idx="3"/>
          </p:cNvCxnSpPr>
          <p:nvPr/>
        </p:nvCxnSpPr>
        <p:spPr>
          <a:xfrm flipH="1">
            <a:off x="4141718" y="3200273"/>
            <a:ext cx="1185019" cy="2227542"/>
          </a:xfrm>
          <a:prstGeom prst="bentConnector3">
            <a:avLst>
              <a:gd name="adj1" fmla="val -53835"/>
            </a:avLst>
          </a:prstGeom>
          <a:ln w="3175">
            <a:solidFill>
              <a:schemeClr val="accent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7" name="Connector: Elbow 576">
            <a:extLst>
              <a:ext uri="{FF2B5EF4-FFF2-40B4-BE49-F238E27FC236}">
                <a16:creationId xmlns:a16="http://schemas.microsoft.com/office/drawing/2014/main" id="{00073FCB-901E-8DE0-FA8D-AA634E35A94F}"/>
              </a:ext>
            </a:extLst>
          </p:cNvPr>
          <p:cNvCxnSpPr>
            <a:cxnSpLocks/>
            <a:stCxn id="90" idx="3"/>
            <a:endCxn id="217" idx="3"/>
          </p:cNvCxnSpPr>
          <p:nvPr/>
        </p:nvCxnSpPr>
        <p:spPr>
          <a:xfrm flipH="1">
            <a:off x="4141719" y="3390699"/>
            <a:ext cx="1185019" cy="2227542"/>
          </a:xfrm>
          <a:prstGeom prst="bentConnector3">
            <a:avLst>
              <a:gd name="adj1" fmla="val -69537"/>
            </a:avLst>
          </a:prstGeom>
          <a:ln w="3175">
            <a:solidFill>
              <a:schemeClr val="accent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: Elbow 580">
            <a:extLst>
              <a:ext uri="{FF2B5EF4-FFF2-40B4-BE49-F238E27FC236}">
                <a16:creationId xmlns:a16="http://schemas.microsoft.com/office/drawing/2014/main" id="{1A5927E6-41A2-B71D-8C9E-89798B43191C}"/>
              </a:ext>
            </a:extLst>
          </p:cNvPr>
          <p:cNvCxnSpPr>
            <a:cxnSpLocks/>
            <a:stCxn id="91" idx="3"/>
            <a:endCxn id="218" idx="3"/>
          </p:cNvCxnSpPr>
          <p:nvPr/>
        </p:nvCxnSpPr>
        <p:spPr>
          <a:xfrm flipH="1">
            <a:off x="4141718" y="3580354"/>
            <a:ext cx="1185019" cy="2227542"/>
          </a:xfrm>
          <a:prstGeom prst="bentConnector3">
            <a:avLst>
              <a:gd name="adj1" fmla="val -78958"/>
            </a:avLst>
          </a:prstGeom>
          <a:ln w="3175">
            <a:solidFill>
              <a:schemeClr val="accent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: Elbow 586">
            <a:extLst>
              <a:ext uri="{FF2B5EF4-FFF2-40B4-BE49-F238E27FC236}">
                <a16:creationId xmlns:a16="http://schemas.microsoft.com/office/drawing/2014/main" id="{097474EB-3BFA-AB76-F14D-06D4E7BB62B8}"/>
              </a:ext>
            </a:extLst>
          </p:cNvPr>
          <p:cNvCxnSpPr>
            <a:cxnSpLocks/>
            <a:stCxn id="92" idx="3"/>
            <a:endCxn id="219" idx="3"/>
          </p:cNvCxnSpPr>
          <p:nvPr/>
        </p:nvCxnSpPr>
        <p:spPr>
          <a:xfrm flipH="1">
            <a:off x="4141718" y="3772456"/>
            <a:ext cx="1185019" cy="2225866"/>
          </a:xfrm>
          <a:prstGeom prst="bentConnector3">
            <a:avLst>
              <a:gd name="adj1" fmla="val -87930"/>
            </a:avLst>
          </a:prstGeom>
          <a:ln w="3175">
            <a:solidFill>
              <a:schemeClr val="accent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: Elbow 593">
            <a:extLst>
              <a:ext uri="{FF2B5EF4-FFF2-40B4-BE49-F238E27FC236}">
                <a16:creationId xmlns:a16="http://schemas.microsoft.com/office/drawing/2014/main" id="{E64AB4FE-3E12-8521-34D1-21B51A2A548A}"/>
              </a:ext>
            </a:extLst>
          </p:cNvPr>
          <p:cNvCxnSpPr>
            <a:cxnSpLocks/>
            <a:stCxn id="93" idx="3"/>
            <a:endCxn id="220" idx="3"/>
          </p:cNvCxnSpPr>
          <p:nvPr/>
        </p:nvCxnSpPr>
        <p:spPr>
          <a:xfrm flipH="1">
            <a:off x="4141718" y="3965464"/>
            <a:ext cx="1185019" cy="2226290"/>
          </a:xfrm>
          <a:prstGeom prst="bentConnector3">
            <a:avLst>
              <a:gd name="adj1" fmla="val -95557"/>
            </a:avLst>
          </a:prstGeom>
          <a:ln w="3175">
            <a:solidFill>
              <a:schemeClr val="accent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TextBox 617">
            <a:extLst>
              <a:ext uri="{FF2B5EF4-FFF2-40B4-BE49-F238E27FC236}">
                <a16:creationId xmlns:a16="http://schemas.microsoft.com/office/drawing/2014/main" id="{57829BF4-D7A7-4FA0-EBF2-65C3B8E4FB64}"/>
              </a:ext>
            </a:extLst>
          </p:cNvPr>
          <p:cNvSpPr txBox="1"/>
          <p:nvPr/>
        </p:nvSpPr>
        <p:spPr>
          <a:xfrm>
            <a:off x="2986870" y="5150775"/>
            <a:ext cx="479344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B43 out</a:t>
            </a:r>
          </a:p>
        </p:txBody>
      </p:sp>
      <p:sp>
        <p:nvSpPr>
          <p:cNvPr id="625" name="TextBox 624">
            <a:extLst>
              <a:ext uri="{FF2B5EF4-FFF2-40B4-BE49-F238E27FC236}">
                <a16:creationId xmlns:a16="http://schemas.microsoft.com/office/drawing/2014/main" id="{0E90148F-3B7C-37A1-A7D0-270F1A6EE1D1}"/>
              </a:ext>
            </a:extLst>
          </p:cNvPr>
          <p:cNvSpPr txBox="1"/>
          <p:nvPr/>
        </p:nvSpPr>
        <p:spPr>
          <a:xfrm>
            <a:off x="2986869" y="5340738"/>
            <a:ext cx="479344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B44 out</a:t>
            </a:r>
          </a:p>
        </p:txBody>
      </p:sp>
      <p:sp>
        <p:nvSpPr>
          <p:cNvPr id="626" name="TextBox 625">
            <a:extLst>
              <a:ext uri="{FF2B5EF4-FFF2-40B4-BE49-F238E27FC236}">
                <a16:creationId xmlns:a16="http://schemas.microsoft.com/office/drawing/2014/main" id="{92DE3D67-1CF6-DB86-4FD3-2B04E1F5A656}"/>
              </a:ext>
            </a:extLst>
          </p:cNvPr>
          <p:cNvSpPr txBox="1"/>
          <p:nvPr/>
        </p:nvSpPr>
        <p:spPr>
          <a:xfrm>
            <a:off x="2986870" y="5531164"/>
            <a:ext cx="479344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B45 out</a:t>
            </a:r>
          </a:p>
        </p:txBody>
      </p:sp>
      <p:sp>
        <p:nvSpPr>
          <p:cNvPr id="627" name="TextBox 626">
            <a:extLst>
              <a:ext uri="{FF2B5EF4-FFF2-40B4-BE49-F238E27FC236}">
                <a16:creationId xmlns:a16="http://schemas.microsoft.com/office/drawing/2014/main" id="{F85E41FE-4D34-3B42-50B0-73F958E18E8F}"/>
              </a:ext>
            </a:extLst>
          </p:cNvPr>
          <p:cNvSpPr txBox="1"/>
          <p:nvPr/>
        </p:nvSpPr>
        <p:spPr>
          <a:xfrm>
            <a:off x="2986869" y="5720819"/>
            <a:ext cx="479344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B46 out</a:t>
            </a:r>
          </a:p>
        </p:txBody>
      </p:sp>
      <p:sp>
        <p:nvSpPr>
          <p:cNvPr id="628" name="TextBox 627">
            <a:extLst>
              <a:ext uri="{FF2B5EF4-FFF2-40B4-BE49-F238E27FC236}">
                <a16:creationId xmlns:a16="http://schemas.microsoft.com/office/drawing/2014/main" id="{A62AFB9A-5AB3-99E8-A942-77AD7D4104FE}"/>
              </a:ext>
            </a:extLst>
          </p:cNvPr>
          <p:cNvSpPr txBox="1"/>
          <p:nvPr/>
        </p:nvSpPr>
        <p:spPr>
          <a:xfrm>
            <a:off x="2986869" y="5911245"/>
            <a:ext cx="479344" cy="190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B47 out</a:t>
            </a:r>
          </a:p>
        </p:txBody>
      </p:sp>
      <p:sp>
        <p:nvSpPr>
          <p:cNvPr id="629" name="TextBox 628">
            <a:extLst>
              <a:ext uri="{FF2B5EF4-FFF2-40B4-BE49-F238E27FC236}">
                <a16:creationId xmlns:a16="http://schemas.microsoft.com/office/drawing/2014/main" id="{8A56A0A9-9091-87C6-A215-392C5A89B2B4}"/>
              </a:ext>
            </a:extLst>
          </p:cNvPr>
          <p:cNvSpPr txBox="1"/>
          <p:nvPr/>
        </p:nvSpPr>
        <p:spPr>
          <a:xfrm>
            <a:off x="2986869" y="6104870"/>
            <a:ext cx="479344" cy="1898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normAutofit fontScale="92500" lnSpcReduction="10000"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B48 out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47C957-2543-2BD8-36B9-53E212F7A724}"/>
              </a:ext>
            </a:extLst>
          </p:cNvPr>
          <p:cNvSpPr txBox="1"/>
          <p:nvPr/>
        </p:nvSpPr>
        <p:spPr>
          <a:xfrm>
            <a:off x="2767208" y="2439262"/>
            <a:ext cx="599846" cy="190195"/>
          </a:xfrm>
          <a:prstGeom prst="rect">
            <a:avLst/>
          </a:prstGeom>
          <a:noFill/>
        </p:spPr>
        <p:txBody>
          <a:bodyPr wrap="square" rtlCol="0">
            <a:normAutofit fontScale="62500" lnSpcReduction="20000"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WING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1F52B0-0863-4B55-CE49-71BE2FEE486F}"/>
              </a:ext>
            </a:extLst>
          </p:cNvPr>
          <p:cNvSpPr txBox="1"/>
          <p:nvPr/>
        </p:nvSpPr>
        <p:spPr>
          <a:xfrm>
            <a:off x="3868703" y="4406694"/>
            <a:ext cx="599846" cy="190195"/>
          </a:xfrm>
          <a:prstGeom prst="rect">
            <a:avLst/>
          </a:prstGeom>
          <a:noFill/>
        </p:spPr>
        <p:txBody>
          <a:bodyPr wrap="square" rtlCol="0">
            <a:normAutofit fontScale="62500" lnSpcReduction="20000"/>
          </a:bodyPr>
          <a:lstStyle/>
          <a:p>
            <a:r>
              <a:rPr lang="en-US" sz="1100" dirty="0">
                <a:solidFill>
                  <a:srgbClr val="7030A0"/>
                </a:solidFill>
              </a:rPr>
              <a:t>WING2</a:t>
            </a:r>
          </a:p>
        </p:txBody>
      </p:sp>
    </p:spTree>
    <p:extLst>
      <p:ext uri="{BB962C8B-B14F-4D97-AF65-F5344CB8AC3E}">
        <p14:creationId xmlns:p14="http://schemas.microsoft.com/office/powerpoint/2010/main" val="2759875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38"/>
          <p:cNvSpPr txBox="1"/>
          <p:nvPr/>
        </p:nvSpPr>
        <p:spPr>
          <a:xfrm>
            <a:off x="732194" y="1100590"/>
            <a:ext cx="80342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accent1">
                    <a:lumMod val="75000"/>
                  </a:schemeClr>
                </a:solidFill>
              </a:rPr>
              <a:t>Group 1 Bus 1</a:t>
            </a:r>
            <a:endParaRPr lang="en-US" sz="800" strike="sngStrike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 rot="16200000">
            <a:off x="-298884" y="5022033"/>
            <a:ext cx="1099752" cy="30008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350" dirty="0"/>
              <a:t>Any Ch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28260" y="4673025"/>
            <a:ext cx="579005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Bus 13</a:t>
            </a:r>
          </a:p>
          <a:p>
            <a:r>
              <a:rPr lang="en-US" sz="1050" dirty="0"/>
              <a:t>Bus 14</a:t>
            </a:r>
          </a:p>
          <a:p>
            <a:r>
              <a:rPr lang="en-US" sz="1050" dirty="0"/>
              <a:t>Bus 15</a:t>
            </a:r>
          </a:p>
          <a:p>
            <a:r>
              <a:rPr lang="en-US" sz="1050" dirty="0"/>
              <a:t>Bus 16</a:t>
            </a:r>
          </a:p>
          <a:p>
            <a:r>
              <a:rPr lang="en-US" sz="1050" dirty="0"/>
              <a:t>Bus 9</a:t>
            </a:r>
          </a:p>
          <a:p>
            <a:r>
              <a:rPr lang="en-US" sz="1050" dirty="0"/>
              <a:t>Bus 10</a:t>
            </a:r>
            <a:endParaRPr lang="en-US" sz="1350" dirty="0"/>
          </a:p>
        </p:txBody>
      </p:sp>
      <p:cxnSp>
        <p:nvCxnSpPr>
          <p:cNvPr id="101" name="Straight Connector 100"/>
          <p:cNvCxnSpPr/>
          <p:nvPr/>
        </p:nvCxnSpPr>
        <p:spPr>
          <a:xfrm>
            <a:off x="480869" y="4974520"/>
            <a:ext cx="404871" cy="41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>
            <a:off x="482094" y="5119874"/>
            <a:ext cx="404871" cy="41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 rot="16200000">
            <a:off x="-166334" y="1618453"/>
            <a:ext cx="834652" cy="30008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350" dirty="0">
                <a:solidFill>
                  <a:schemeClr val="accent1">
                    <a:lumMod val="75000"/>
                  </a:schemeClr>
                </a:solidFill>
              </a:rPr>
              <a:t>Any </a:t>
            </a:r>
            <a:r>
              <a:rPr lang="en-US" sz="1350" dirty="0" err="1">
                <a:solidFill>
                  <a:schemeClr val="accent1">
                    <a:lumMod val="75000"/>
                  </a:schemeClr>
                </a:solidFill>
              </a:rPr>
              <a:t>ch</a:t>
            </a:r>
            <a:endParaRPr lang="en-US" sz="135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3" name="TextBox 202"/>
          <p:cNvSpPr txBox="1"/>
          <p:nvPr/>
        </p:nvSpPr>
        <p:spPr>
          <a:xfrm>
            <a:off x="6913512" y="2117928"/>
            <a:ext cx="1985635" cy="507831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350" dirty="0"/>
              <a:t>Out 9:</a:t>
            </a:r>
          </a:p>
          <a:p>
            <a:pPr algn="ctr"/>
            <a:r>
              <a:rPr lang="en-US" sz="1350" dirty="0"/>
              <a:t>MAINS Mono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6155065" y="4820987"/>
            <a:ext cx="2744082" cy="230832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Out 2, </a:t>
            </a:r>
            <a:r>
              <a:rPr lang="en-US" sz="900" dirty="0">
                <a:solidFill>
                  <a:srgbClr val="7030A0"/>
                </a:solidFill>
              </a:rPr>
              <a:t>Aux 2</a:t>
            </a:r>
            <a:r>
              <a:rPr lang="en-US" sz="900" dirty="0"/>
              <a:t>: Amps Monitor A2 (guitars)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362712" y="5657671"/>
            <a:ext cx="286918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20260515a</a:t>
            </a:r>
            <a:endParaRPr lang="en-US" sz="1200" dirty="0"/>
          </a:p>
          <a:p>
            <a:r>
              <a:rPr lang="en-US" sz="1200" dirty="0" err="1"/>
              <a:t>Stagebox</a:t>
            </a:r>
            <a:r>
              <a:rPr lang="en-US" sz="1200" dirty="0"/>
              <a:t> A has outputs 1-8  from out 1-8</a:t>
            </a:r>
          </a:p>
          <a:p>
            <a:r>
              <a:rPr lang="en-US" sz="1200" dirty="0" err="1"/>
              <a:t>Userin</a:t>
            </a:r>
            <a:r>
              <a:rPr lang="en-US" sz="1200" dirty="0"/>
              <a:t> # matches channel #s 1-32</a:t>
            </a:r>
          </a:p>
          <a:p>
            <a:r>
              <a:rPr lang="en-US" sz="1200" dirty="0"/>
              <a:t>A1-16 out = Out 1-16 (to stage boxes)</a:t>
            </a:r>
          </a:p>
          <a:p>
            <a:r>
              <a:rPr lang="en-US" sz="1200" dirty="0"/>
              <a:t>B1-48 out = user out 1-48 (to WING 1 B)</a:t>
            </a:r>
          </a:p>
        </p:txBody>
      </p:sp>
      <p:cxnSp>
        <p:nvCxnSpPr>
          <p:cNvPr id="153" name="Straight Connector 152"/>
          <p:cNvCxnSpPr/>
          <p:nvPr/>
        </p:nvCxnSpPr>
        <p:spPr>
          <a:xfrm>
            <a:off x="474836" y="4827669"/>
            <a:ext cx="404871" cy="41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/>
          <p:cNvCxnSpPr>
            <a:cxnSpLocks/>
            <a:endCxn id="156" idx="1"/>
          </p:cNvCxnSpPr>
          <p:nvPr/>
        </p:nvCxnSpPr>
        <p:spPr>
          <a:xfrm flipV="1">
            <a:off x="1471189" y="4725243"/>
            <a:ext cx="4686936" cy="93822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6" name="TextBox 155"/>
          <p:cNvSpPr txBox="1"/>
          <p:nvPr/>
        </p:nvSpPr>
        <p:spPr>
          <a:xfrm>
            <a:off x="6158125" y="4609827"/>
            <a:ext cx="2732570" cy="230832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Out 1, </a:t>
            </a:r>
            <a:r>
              <a:rPr lang="en-US" sz="900" dirty="0">
                <a:solidFill>
                  <a:srgbClr val="7030A0"/>
                </a:solidFill>
              </a:rPr>
              <a:t>Aux1: </a:t>
            </a:r>
            <a:r>
              <a:rPr lang="en-US" sz="900" dirty="0"/>
              <a:t>Amps Monitor A1 (organ)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5447038" y="2153470"/>
            <a:ext cx="1037709" cy="607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 err="1"/>
              <a:t>Mtx</a:t>
            </a:r>
            <a:r>
              <a:rPr lang="en-US" sz="1350" dirty="0"/>
              <a:t> 5</a:t>
            </a:r>
          </a:p>
          <a:p>
            <a:r>
              <a:rPr lang="en-US" sz="1000" dirty="0"/>
              <a:t>EQ no sub</a:t>
            </a:r>
          </a:p>
          <a:p>
            <a:r>
              <a:rPr lang="en-US" sz="1000" dirty="0" err="1"/>
              <a:t>Dyn</a:t>
            </a:r>
            <a:endParaRPr lang="en-US" sz="1000" dirty="0"/>
          </a:p>
        </p:txBody>
      </p:sp>
      <p:sp>
        <p:nvSpPr>
          <p:cNvPr id="191" name="TextBox 190"/>
          <p:cNvSpPr txBox="1"/>
          <p:nvPr/>
        </p:nvSpPr>
        <p:spPr>
          <a:xfrm>
            <a:off x="6926229" y="2907588"/>
            <a:ext cx="1972917" cy="715581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350" dirty="0"/>
              <a:t>AUX 5: + out 10 (</a:t>
            </a:r>
            <a:r>
              <a:rPr lang="en-US" sz="1350" dirty="0" err="1"/>
              <a:t>dly</a:t>
            </a:r>
            <a:r>
              <a:rPr lang="en-US" sz="1350" dirty="0"/>
              <a:t> 135ft commons)</a:t>
            </a:r>
          </a:p>
          <a:p>
            <a:pPr algn="ctr"/>
            <a:r>
              <a:rPr lang="en-US" sz="1350" dirty="0"/>
              <a:t>Cry Room Mono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5432371" y="2977065"/>
            <a:ext cx="1338828" cy="453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 err="1"/>
              <a:t>Mtx</a:t>
            </a:r>
            <a:r>
              <a:rPr lang="en-US" sz="1350" dirty="0"/>
              <a:t> 6</a:t>
            </a:r>
          </a:p>
          <a:p>
            <a:r>
              <a:rPr lang="en-US" sz="1000" dirty="0"/>
              <a:t>Some low cut, limiting</a:t>
            </a:r>
          </a:p>
        </p:txBody>
      </p:sp>
      <p:cxnSp>
        <p:nvCxnSpPr>
          <p:cNvPr id="249" name="Straight Connector 248"/>
          <p:cNvCxnSpPr>
            <a:cxnSpLocks/>
            <a:endCxn id="212" idx="1"/>
          </p:cNvCxnSpPr>
          <p:nvPr/>
        </p:nvCxnSpPr>
        <p:spPr>
          <a:xfrm flipV="1">
            <a:off x="1471189" y="4936403"/>
            <a:ext cx="4683876" cy="28669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/>
          <p:cNvCxnSpPr>
            <a:cxnSpLocks/>
            <a:endCxn id="182" idx="1"/>
          </p:cNvCxnSpPr>
          <p:nvPr/>
        </p:nvCxnSpPr>
        <p:spPr>
          <a:xfrm>
            <a:off x="1477966" y="5140560"/>
            <a:ext cx="4677100" cy="55838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/>
          <p:cNvCxnSpPr>
            <a:cxnSpLocks/>
            <a:stCxn id="152" idx="2"/>
          </p:cNvCxnSpPr>
          <p:nvPr/>
        </p:nvCxnSpPr>
        <p:spPr>
          <a:xfrm flipV="1">
            <a:off x="401033" y="1755326"/>
            <a:ext cx="354377" cy="13168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301"/>
          <p:cNvCxnSpPr>
            <a:cxnSpLocks/>
            <a:endCxn id="183" idx="1"/>
          </p:cNvCxnSpPr>
          <p:nvPr/>
        </p:nvCxnSpPr>
        <p:spPr>
          <a:xfrm>
            <a:off x="1471190" y="5289892"/>
            <a:ext cx="4683875" cy="149281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/>
          <p:cNvCxnSpPr/>
          <p:nvPr/>
        </p:nvCxnSpPr>
        <p:spPr>
          <a:xfrm>
            <a:off x="455616" y="5278159"/>
            <a:ext cx="404871" cy="41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" name="TextBox 316"/>
          <p:cNvSpPr txBox="1"/>
          <p:nvPr/>
        </p:nvSpPr>
        <p:spPr>
          <a:xfrm>
            <a:off x="6913512" y="1310263"/>
            <a:ext cx="1985635" cy="30008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350" dirty="0"/>
              <a:t>Out 5/6 LEFT/RT Mains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5450100" y="1354635"/>
            <a:ext cx="871744" cy="607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MTX 1/2</a:t>
            </a:r>
          </a:p>
          <a:p>
            <a:r>
              <a:rPr lang="en-US" sz="1000" dirty="0"/>
              <a:t>Some EQ, </a:t>
            </a:r>
            <a:r>
              <a:rPr lang="en-US" sz="1000" dirty="0" err="1"/>
              <a:t>Dyn</a:t>
            </a:r>
            <a:endParaRPr lang="en-US" sz="1000" dirty="0"/>
          </a:p>
        </p:txBody>
      </p:sp>
      <p:sp>
        <p:nvSpPr>
          <p:cNvPr id="328" name="TextBox 327"/>
          <p:cNvSpPr txBox="1"/>
          <p:nvPr/>
        </p:nvSpPr>
        <p:spPr>
          <a:xfrm>
            <a:off x="6670319" y="74965"/>
            <a:ext cx="2171082" cy="715581"/>
          </a:xfrm>
          <a:prstGeom prst="rect">
            <a:avLst/>
          </a:prstGeom>
          <a:solidFill>
            <a:schemeClr val="bg1"/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350" dirty="0">
                <a:solidFill>
                  <a:srgbClr val="FF0000"/>
                </a:solidFill>
              </a:rPr>
              <a:t>Out 15/16:  STREAM Stereo </a:t>
            </a:r>
            <a:r>
              <a:rPr lang="en-US" sz="1350" dirty="0"/>
              <a:t> </a:t>
            </a:r>
          </a:p>
          <a:p>
            <a:pPr algn="ctr"/>
            <a:r>
              <a:rPr lang="en-US" sz="1350" dirty="0"/>
              <a:t>To Stream Interface</a:t>
            </a:r>
          </a:p>
          <a:p>
            <a:pPr algn="ctr"/>
            <a:endParaRPr lang="en-US" sz="1350" dirty="0"/>
          </a:p>
        </p:txBody>
      </p:sp>
      <p:sp>
        <p:nvSpPr>
          <p:cNvPr id="337" name="TextBox 336"/>
          <p:cNvSpPr txBox="1"/>
          <p:nvPr/>
        </p:nvSpPr>
        <p:spPr>
          <a:xfrm>
            <a:off x="5170775" y="90755"/>
            <a:ext cx="788999" cy="453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FF0000"/>
                </a:solidFill>
              </a:rPr>
              <a:t>MTX 3/4</a:t>
            </a:r>
          </a:p>
          <a:p>
            <a:r>
              <a:rPr lang="en-US" sz="1000" dirty="0">
                <a:solidFill>
                  <a:srgbClr val="FF0000"/>
                </a:solidFill>
              </a:rPr>
              <a:t>EQ/</a:t>
            </a:r>
            <a:r>
              <a:rPr lang="en-US" sz="1000" dirty="0" err="1">
                <a:solidFill>
                  <a:srgbClr val="FF0000"/>
                </a:solidFill>
              </a:rPr>
              <a:t>Dyn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341" name="TextBox 340"/>
          <p:cNvSpPr txBox="1"/>
          <p:nvPr/>
        </p:nvSpPr>
        <p:spPr>
          <a:xfrm>
            <a:off x="6948252" y="3783865"/>
            <a:ext cx="1931699" cy="507831"/>
          </a:xfrm>
          <a:prstGeom prst="rect">
            <a:avLst/>
          </a:prstGeom>
          <a:noFill/>
          <a:ln w="2540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350" dirty="0">
                <a:solidFill>
                  <a:srgbClr val="7030A0"/>
                </a:solidFill>
              </a:rPr>
              <a:t>AUX 4 </a:t>
            </a:r>
            <a:r>
              <a:rPr lang="en-US" sz="1350">
                <a:solidFill>
                  <a:srgbClr val="7030A0"/>
                </a:solidFill>
              </a:rPr>
              <a:t>(&amp; Out 11)</a:t>
            </a:r>
            <a:endParaRPr lang="en-US" sz="1350" dirty="0">
              <a:solidFill>
                <a:srgbClr val="7030A0"/>
              </a:solidFill>
            </a:endParaRPr>
          </a:p>
          <a:p>
            <a:pPr algn="ctr"/>
            <a:r>
              <a:rPr lang="en-US" sz="1350" dirty="0">
                <a:solidFill>
                  <a:srgbClr val="7030A0"/>
                </a:solidFill>
              </a:rPr>
              <a:t>Amp Subwoofer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81133" y="146204"/>
            <a:ext cx="563158" cy="33855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FF0000"/>
                </a:solidFill>
              </a:rPr>
              <a:t>ROOM ambient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6155066" y="5080982"/>
            <a:ext cx="2731604" cy="230832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Out 3, </a:t>
            </a:r>
            <a:r>
              <a:rPr lang="en-US" sz="900" dirty="0">
                <a:solidFill>
                  <a:srgbClr val="7030A0"/>
                </a:solidFill>
              </a:rPr>
              <a:t>Aux 3</a:t>
            </a:r>
            <a:r>
              <a:rPr lang="en-US" sz="900" dirty="0"/>
              <a:t>: Amps Monitor A3 (vocals)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6155065" y="5323757"/>
            <a:ext cx="2718170" cy="230832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rgbClr val="7030A0"/>
                </a:solidFill>
              </a:rPr>
              <a:t>Out 4</a:t>
            </a:r>
            <a:r>
              <a:rPr lang="en-US" sz="900" dirty="0"/>
              <a:t>: (drums)</a:t>
            </a:r>
          </a:p>
        </p:txBody>
      </p: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D33E7C04-C5F5-4184-9087-D0E045F1EE29}"/>
              </a:ext>
            </a:extLst>
          </p:cNvPr>
          <p:cNvCxnSpPr>
            <a:cxnSpLocks/>
            <a:stCxn id="68" idx="3"/>
          </p:cNvCxnSpPr>
          <p:nvPr/>
        </p:nvCxnSpPr>
        <p:spPr>
          <a:xfrm flipV="1">
            <a:off x="2126971" y="317740"/>
            <a:ext cx="2509656" cy="15463"/>
          </a:xfrm>
          <a:prstGeom prst="line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7BD4FBA0-B14E-422E-BF7C-54413BCEA21F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401033" y="2203491"/>
            <a:ext cx="5754032" cy="1931475"/>
          </a:xfrm>
          <a:prstGeom prst="bentConnector3">
            <a:avLst>
              <a:gd name="adj1" fmla="val 37813"/>
            </a:avLst>
          </a:prstGeom>
          <a:ln w="1905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2D8A7BE3-1D02-4D86-8B83-3D1A8128B58F}"/>
              </a:ext>
            </a:extLst>
          </p:cNvPr>
          <p:cNvSpPr txBox="1"/>
          <p:nvPr/>
        </p:nvSpPr>
        <p:spPr>
          <a:xfrm>
            <a:off x="5144023" y="484459"/>
            <a:ext cx="4331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Fx8a</a:t>
            </a:r>
          </a:p>
          <a:p>
            <a:r>
              <a:rPr lang="en-US" sz="1000" dirty="0">
                <a:solidFill>
                  <a:srgbClr val="FF0000"/>
                </a:solidFill>
              </a:rPr>
              <a:t>Fx8b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C10F2FE-2BA0-4E60-9461-4B68E7B8B64C}"/>
              </a:ext>
            </a:extLst>
          </p:cNvPr>
          <p:cNvSpPr txBox="1"/>
          <p:nvPr/>
        </p:nvSpPr>
        <p:spPr>
          <a:xfrm>
            <a:off x="5550402" y="496488"/>
            <a:ext cx="909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Insert</a:t>
            </a:r>
          </a:p>
          <a:p>
            <a:r>
              <a:rPr lang="en-US" sz="1000" dirty="0">
                <a:solidFill>
                  <a:srgbClr val="FF0000"/>
                </a:solidFill>
              </a:rPr>
              <a:t>Stereo Ultimo</a:t>
            </a:r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ACA27AED-E31A-42C7-833F-C2B51E748FF4}"/>
              </a:ext>
            </a:extLst>
          </p:cNvPr>
          <p:cNvCxnSpPr>
            <a:cxnSpLocks/>
            <a:endCxn id="328" idx="1"/>
          </p:cNvCxnSpPr>
          <p:nvPr/>
        </p:nvCxnSpPr>
        <p:spPr>
          <a:xfrm>
            <a:off x="6148348" y="432756"/>
            <a:ext cx="521971" cy="0"/>
          </a:xfrm>
          <a:prstGeom prst="line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4ED5D803-6FFE-48A9-A04C-003EE29F8530}"/>
              </a:ext>
            </a:extLst>
          </p:cNvPr>
          <p:cNvCxnSpPr>
            <a:cxnSpLocks/>
          </p:cNvCxnSpPr>
          <p:nvPr/>
        </p:nvCxnSpPr>
        <p:spPr>
          <a:xfrm>
            <a:off x="644291" y="342173"/>
            <a:ext cx="541139" cy="0"/>
          </a:xfrm>
          <a:prstGeom prst="line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8D11979E-337B-4D8B-9F7A-601FFB1C7AA3}"/>
              </a:ext>
            </a:extLst>
          </p:cNvPr>
          <p:cNvSpPr txBox="1"/>
          <p:nvPr/>
        </p:nvSpPr>
        <p:spPr>
          <a:xfrm rot="16200000">
            <a:off x="1806645" y="2081998"/>
            <a:ext cx="3481303" cy="30008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350" dirty="0">
                <a:solidFill>
                  <a:schemeClr val="accent1">
                    <a:lumMod val="75000"/>
                  </a:schemeClr>
                </a:solidFill>
              </a:rPr>
              <a:t>MAIN LR</a:t>
            </a:r>
          </a:p>
        </p:txBody>
      </p:sp>
      <p:sp>
        <p:nvSpPr>
          <p:cNvPr id="62" name="Left Bracket 61">
            <a:extLst>
              <a:ext uri="{FF2B5EF4-FFF2-40B4-BE49-F238E27FC236}">
                <a16:creationId xmlns:a16="http://schemas.microsoft.com/office/drawing/2014/main" id="{4025797A-783D-4D26-AB6C-8B60A6C62214}"/>
              </a:ext>
            </a:extLst>
          </p:cNvPr>
          <p:cNvSpPr/>
          <p:nvPr/>
        </p:nvSpPr>
        <p:spPr>
          <a:xfrm>
            <a:off x="4707827" y="137473"/>
            <a:ext cx="319011" cy="801373"/>
          </a:xfrm>
          <a:prstGeom prst="leftBracket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0000"/>
              </a:solidFill>
            </a:endParaRPr>
          </a:p>
        </p:txBody>
      </p: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3D644489-DE76-4130-910F-FF46FB0701CB}"/>
              </a:ext>
            </a:extLst>
          </p:cNvPr>
          <p:cNvCxnSpPr>
            <a:cxnSpLocks/>
          </p:cNvCxnSpPr>
          <p:nvPr/>
        </p:nvCxnSpPr>
        <p:spPr>
          <a:xfrm flipV="1">
            <a:off x="3734837" y="2333070"/>
            <a:ext cx="1224093" cy="9293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1D423FD6-E1CB-43AF-B6DA-5D7FE959C8AA}"/>
              </a:ext>
            </a:extLst>
          </p:cNvPr>
          <p:cNvSpPr txBox="1"/>
          <p:nvPr/>
        </p:nvSpPr>
        <p:spPr>
          <a:xfrm rot="16200000">
            <a:off x="4592722" y="259061"/>
            <a:ext cx="751251" cy="553998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FF0000"/>
                </a:solidFill>
              </a:rPr>
              <a:t>EQ and Dynamics</a:t>
            </a:r>
          </a:p>
          <a:p>
            <a:pPr algn="ctr"/>
            <a:r>
              <a:rPr lang="en-US" sz="1000" dirty="0">
                <a:solidFill>
                  <a:srgbClr val="FF0000"/>
                </a:solidFill>
              </a:rPr>
              <a:t>to needs</a:t>
            </a:r>
          </a:p>
        </p:txBody>
      </p: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6BAB3607-4495-487B-9051-3C5E9F92F4D8}"/>
              </a:ext>
            </a:extLst>
          </p:cNvPr>
          <p:cNvCxnSpPr>
            <a:cxnSpLocks/>
          </p:cNvCxnSpPr>
          <p:nvPr/>
        </p:nvCxnSpPr>
        <p:spPr>
          <a:xfrm>
            <a:off x="6007352" y="2315163"/>
            <a:ext cx="845917" cy="7110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1D6778DB-B508-4ED2-80AC-B8781EDE427B}"/>
              </a:ext>
            </a:extLst>
          </p:cNvPr>
          <p:cNvCxnSpPr>
            <a:cxnSpLocks/>
          </p:cNvCxnSpPr>
          <p:nvPr/>
        </p:nvCxnSpPr>
        <p:spPr>
          <a:xfrm flipV="1">
            <a:off x="6182365" y="1477777"/>
            <a:ext cx="678910" cy="21330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39E643D3-8E34-441A-AC6E-676FF6FAB583}"/>
              </a:ext>
            </a:extLst>
          </p:cNvPr>
          <p:cNvCxnSpPr>
            <a:cxnSpLocks/>
          </p:cNvCxnSpPr>
          <p:nvPr/>
        </p:nvCxnSpPr>
        <p:spPr>
          <a:xfrm>
            <a:off x="6019879" y="3126661"/>
            <a:ext cx="751320" cy="0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Left Bracket 88">
            <a:extLst>
              <a:ext uri="{FF2B5EF4-FFF2-40B4-BE49-F238E27FC236}">
                <a16:creationId xmlns:a16="http://schemas.microsoft.com/office/drawing/2014/main" id="{C795738F-6D8E-4F48-8A99-F0DDE6589849}"/>
              </a:ext>
            </a:extLst>
          </p:cNvPr>
          <p:cNvSpPr/>
          <p:nvPr/>
        </p:nvSpPr>
        <p:spPr>
          <a:xfrm>
            <a:off x="5017656" y="1105246"/>
            <a:ext cx="253773" cy="2323753"/>
          </a:xfrm>
          <a:prstGeom prst="leftBracket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0000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34E3A0E-1F16-42F6-9B59-EEF6D1ADB263}"/>
              </a:ext>
            </a:extLst>
          </p:cNvPr>
          <p:cNvSpPr txBox="1"/>
          <p:nvPr/>
        </p:nvSpPr>
        <p:spPr>
          <a:xfrm rot="16200000">
            <a:off x="4641873" y="2075854"/>
            <a:ext cx="1105421" cy="400110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EQ and Dynamics</a:t>
            </a:r>
          </a:p>
          <a:p>
            <a:pPr algn="ctr"/>
            <a:r>
              <a:rPr lang="en-US" sz="1000" dirty="0"/>
              <a:t>to needs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DE767D0-49B3-4D68-899A-406EAFA9E98A}"/>
              </a:ext>
            </a:extLst>
          </p:cNvPr>
          <p:cNvSpPr txBox="1"/>
          <p:nvPr/>
        </p:nvSpPr>
        <p:spPr>
          <a:xfrm>
            <a:off x="6155065" y="5581771"/>
            <a:ext cx="2731604" cy="230832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rgbClr val="7030A0"/>
                </a:solidFill>
              </a:rPr>
              <a:t>Out 7</a:t>
            </a:r>
            <a:r>
              <a:rPr lang="en-US" sz="900" dirty="0"/>
              <a:t>: (piano)</a:t>
            </a:r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F5305767-249C-4D9C-9C0A-14CD93F6CD10}"/>
              </a:ext>
            </a:extLst>
          </p:cNvPr>
          <p:cNvCxnSpPr>
            <a:cxnSpLocks/>
            <a:endCxn id="87" idx="1"/>
          </p:cNvCxnSpPr>
          <p:nvPr/>
        </p:nvCxnSpPr>
        <p:spPr>
          <a:xfrm>
            <a:off x="1471189" y="5453182"/>
            <a:ext cx="4683876" cy="244005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9F8EAF6B-0284-4F8A-ACA0-E3DDB9CFC937}"/>
              </a:ext>
            </a:extLst>
          </p:cNvPr>
          <p:cNvCxnSpPr/>
          <p:nvPr/>
        </p:nvCxnSpPr>
        <p:spPr>
          <a:xfrm>
            <a:off x="454063" y="5449025"/>
            <a:ext cx="404871" cy="41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91A4536A-F1E5-4B72-AF9F-FC62C5A5BEAE}"/>
              </a:ext>
            </a:extLst>
          </p:cNvPr>
          <p:cNvCxnSpPr/>
          <p:nvPr/>
        </p:nvCxnSpPr>
        <p:spPr>
          <a:xfrm>
            <a:off x="416672" y="5604440"/>
            <a:ext cx="404871" cy="41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855F9297-F899-41DF-BBEF-AF2009144FDB}"/>
              </a:ext>
            </a:extLst>
          </p:cNvPr>
          <p:cNvCxnSpPr>
            <a:cxnSpLocks/>
            <a:endCxn id="106" idx="1"/>
          </p:cNvCxnSpPr>
          <p:nvPr/>
        </p:nvCxnSpPr>
        <p:spPr>
          <a:xfrm>
            <a:off x="1501443" y="5617985"/>
            <a:ext cx="4646905" cy="386006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340DE08A-EB49-4F84-8A18-35025BE84A4C}"/>
              </a:ext>
            </a:extLst>
          </p:cNvPr>
          <p:cNvSpPr txBox="1"/>
          <p:nvPr/>
        </p:nvSpPr>
        <p:spPr>
          <a:xfrm>
            <a:off x="6148348" y="5888575"/>
            <a:ext cx="2731604" cy="230832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rgbClr val="7030A0"/>
                </a:solidFill>
              </a:rPr>
              <a:t>Out 12</a:t>
            </a:r>
            <a:r>
              <a:rPr lang="en-US" sz="900" dirty="0"/>
              <a:t>: Over Choir </a:t>
            </a:r>
            <a:r>
              <a:rPr lang="en-US" sz="900" dirty="0" err="1"/>
              <a:t>Spkrs</a:t>
            </a:r>
            <a:endParaRPr lang="en-US" sz="9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92E30FC-33F5-07C9-0FE5-D45421B4AD7C}"/>
              </a:ext>
            </a:extLst>
          </p:cNvPr>
          <p:cNvSpPr txBox="1"/>
          <p:nvPr/>
        </p:nvSpPr>
        <p:spPr>
          <a:xfrm>
            <a:off x="1148818" y="183162"/>
            <a:ext cx="978153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FF0000"/>
                </a:solidFill>
              </a:rPr>
              <a:t>Bus (11,12)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97AE5408-15F8-116E-1EAD-42CDD38FD505}"/>
              </a:ext>
            </a:extLst>
          </p:cNvPr>
          <p:cNvCxnSpPr>
            <a:cxnSpLocks/>
          </p:cNvCxnSpPr>
          <p:nvPr/>
        </p:nvCxnSpPr>
        <p:spPr>
          <a:xfrm>
            <a:off x="3697338" y="704624"/>
            <a:ext cx="951897" cy="0"/>
          </a:xfrm>
          <a:prstGeom prst="line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3129942-5703-6901-CB10-4194AAA60DB9}"/>
              </a:ext>
            </a:extLst>
          </p:cNvPr>
          <p:cNvSpPr txBox="1"/>
          <p:nvPr/>
        </p:nvSpPr>
        <p:spPr>
          <a:xfrm>
            <a:off x="6155065" y="3984925"/>
            <a:ext cx="218234" cy="3000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350" dirty="0">
                <a:solidFill>
                  <a:srgbClr val="7030A0"/>
                </a:solidFill>
              </a:rPr>
              <a:t>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4CE926-0BBE-1091-73FE-B2A1DD340382}"/>
              </a:ext>
            </a:extLst>
          </p:cNvPr>
          <p:cNvSpPr txBox="1"/>
          <p:nvPr/>
        </p:nvSpPr>
        <p:spPr>
          <a:xfrm>
            <a:off x="124477" y="3945433"/>
            <a:ext cx="124745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 err="1">
                <a:solidFill>
                  <a:schemeClr val="accent2"/>
                </a:solidFill>
              </a:rPr>
              <a:t>ch</a:t>
            </a:r>
            <a:r>
              <a:rPr lang="en-US" sz="700" dirty="0">
                <a:solidFill>
                  <a:schemeClr val="accent2"/>
                </a:solidFill>
              </a:rPr>
              <a:t> Wing Main Mono-&gt;BUS 7</a:t>
            </a:r>
            <a:endParaRPr lang="en-US" sz="700" strike="sngStrike" dirty="0">
              <a:solidFill>
                <a:schemeClr val="accent2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B208AD9-CEB9-6E60-A41E-F0186B44749C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1371934" y="4030723"/>
            <a:ext cx="2924208" cy="14738"/>
          </a:xfrm>
          <a:prstGeom prst="line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55ED21C-57E0-83C1-66DE-32DA18C3D49B}"/>
              </a:ext>
            </a:extLst>
          </p:cNvPr>
          <p:cNvCxnSpPr>
            <a:cxnSpLocks/>
          </p:cNvCxnSpPr>
          <p:nvPr/>
        </p:nvCxnSpPr>
        <p:spPr>
          <a:xfrm flipV="1">
            <a:off x="4267793" y="2586158"/>
            <a:ext cx="1201312" cy="1451622"/>
          </a:xfrm>
          <a:prstGeom prst="line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A506065-39DE-3FEF-9D33-367B83D04942}"/>
              </a:ext>
            </a:extLst>
          </p:cNvPr>
          <p:cNvCxnSpPr>
            <a:cxnSpLocks/>
            <a:endCxn id="189" idx="1"/>
          </p:cNvCxnSpPr>
          <p:nvPr/>
        </p:nvCxnSpPr>
        <p:spPr>
          <a:xfrm flipV="1">
            <a:off x="4280170" y="3204050"/>
            <a:ext cx="1152201" cy="825331"/>
          </a:xfrm>
          <a:prstGeom prst="line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15FD3F9-4579-AB48-BCE0-8CA79B655A77}"/>
              </a:ext>
            </a:extLst>
          </p:cNvPr>
          <p:cNvSpPr txBox="1"/>
          <p:nvPr/>
        </p:nvSpPr>
        <p:spPr>
          <a:xfrm>
            <a:off x="124477" y="4114199"/>
            <a:ext cx="124425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 err="1">
                <a:solidFill>
                  <a:schemeClr val="accent6"/>
                </a:solidFill>
              </a:rPr>
              <a:t>ch</a:t>
            </a:r>
            <a:r>
              <a:rPr lang="en-US" sz="700" dirty="0">
                <a:solidFill>
                  <a:schemeClr val="accent6"/>
                </a:solidFill>
              </a:rPr>
              <a:t> Wing Main LR &gt;BUS (5/6)</a:t>
            </a:r>
            <a:endParaRPr lang="en-US" sz="700" strike="sngStrike" dirty="0">
              <a:solidFill>
                <a:schemeClr val="accent6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BB140A6-E8A5-B37E-F189-89076B0FCCD6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1368728" y="4173195"/>
            <a:ext cx="2456167" cy="41032"/>
          </a:xfrm>
          <a:prstGeom prst="line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A78593-A753-4928-E607-B7BFA1519888}"/>
              </a:ext>
            </a:extLst>
          </p:cNvPr>
          <p:cNvCxnSpPr>
            <a:cxnSpLocks/>
          </p:cNvCxnSpPr>
          <p:nvPr/>
        </p:nvCxnSpPr>
        <p:spPr>
          <a:xfrm flipV="1">
            <a:off x="3793787" y="854009"/>
            <a:ext cx="790830" cy="3348340"/>
          </a:xfrm>
          <a:prstGeom prst="line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D5A1573-F5D5-9A71-49FD-88134573ED86}"/>
              </a:ext>
            </a:extLst>
          </p:cNvPr>
          <p:cNvCxnSpPr>
            <a:cxnSpLocks/>
            <a:endCxn id="326" idx="1"/>
          </p:cNvCxnSpPr>
          <p:nvPr/>
        </p:nvCxnSpPr>
        <p:spPr>
          <a:xfrm flipV="1">
            <a:off x="3800272" y="1658565"/>
            <a:ext cx="1649828" cy="2524329"/>
          </a:xfrm>
          <a:prstGeom prst="line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543A9EC9-5C12-63DC-9429-33E3499CDB15}"/>
              </a:ext>
            </a:extLst>
          </p:cNvPr>
          <p:cNvSpPr txBox="1"/>
          <p:nvPr/>
        </p:nvSpPr>
        <p:spPr>
          <a:xfrm>
            <a:off x="99109" y="4279852"/>
            <a:ext cx="92685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 err="1">
                <a:solidFill>
                  <a:schemeClr val="accent1"/>
                </a:solidFill>
              </a:rPr>
              <a:t>ch</a:t>
            </a:r>
            <a:r>
              <a:rPr lang="en-US" sz="700" dirty="0">
                <a:solidFill>
                  <a:schemeClr val="accent1"/>
                </a:solidFill>
              </a:rPr>
              <a:t> Wing SUB BUS 8</a:t>
            </a:r>
            <a:endParaRPr lang="en-US" sz="700" strike="sngStrike" dirty="0">
              <a:solidFill>
                <a:schemeClr val="accent1"/>
              </a:solidFill>
            </a:endParaRP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FF91DD7-3320-A815-9873-0733BBD4EDEC}"/>
              </a:ext>
            </a:extLst>
          </p:cNvPr>
          <p:cNvCxnSpPr>
            <a:cxnSpLocks/>
          </p:cNvCxnSpPr>
          <p:nvPr/>
        </p:nvCxnSpPr>
        <p:spPr>
          <a:xfrm>
            <a:off x="6395539" y="4122045"/>
            <a:ext cx="517973" cy="12921"/>
          </a:xfrm>
          <a:prstGeom prst="line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05229FD-52BD-6D7F-F938-758A0239A6D9}"/>
              </a:ext>
            </a:extLst>
          </p:cNvPr>
          <p:cNvCxnSpPr>
            <a:cxnSpLocks/>
            <a:stCxn id="41" idx="3"/>
          </p:cNvCxnSpPr>
          <p:nvPr/>
        </p:nvCxnSpPr>
        <p:spPr>
          <a:xfrm flipV="1">
            <a:off x="1025966" y="4291696"/>
            <a:ext cx="5122382" cy="88184"/>
          </a:xfrm>
          <a:prstGeom prst="line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DC0A80E-6DD9-ADC3-E68F-E3E86ED8A7DF}"/>
              </a:ext>
            </a:extLst>
          </p:cNvPr>
          <p:cNvCxnSpPr>
            <a:cxnSpLocks/>
          </p:cNvCxnSpPr>
          <p:nvPr/>
        </p:nvCxnSpPr>
        <p:spPr>
          <a:xfrm flipV="1">
            <a:off x="4252467" y="909643"/>
            <a:ext cx="406768" cy="3119137"/>
          </a:xfrm>
          <a:prstGeom prst="line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95AC501-5608-3E5B-E22B-6B7664C4E28A}"/>
              </a:ext>
            </a:extLst>
          </p:cNvPr>
          <p:cNvCxnSpPr>
            <a:cxnSpLocks/>
          </p:cNvCxnSpPr>
          <p:nvPr/>
        </p:nvCxnSpPr>
        <p:spPr>
          <a:xfrm flipV="1">
            <a:off x="3800956" y="3082542"/>
            <a:ext cx="1593683" cy="1077719"/>
          </a:xfrm>
          <a:prstGeom prst="line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4E57565-BAF6-20C2-C7B2-8882F7687EF4}"/>
              </a:ext>
            </a:extLst>
          </p:cNvPr>
          <p:cNvSpPr txBox="1"/>
          <p:nvPr/>
        </p:nvSpPr>
        <p:spPr>
          <a:xfrm>
            <a:off x="725960" y="1290878"/>
            <a:ext cx="80342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accent1">
                    <a:lumMod val="75000"/>
                  </a:schemeClr>
                </a:solidFill>
              </a:rPr>
              <a:t>Group 2 Bus 2</a:t>
            </a:r>
            <a:endParaRPr lang="en-US" sz="800" strike="sngStrike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D747CC-832F-E6BD-D4B0-2FA52F4657B7}"/>
              </a:ext>
            </a:extLst>
          </p:cNvPr>
          <p:cNvSpPr txBox="1"/>
          <p:nvPr/>
        </p:nvSpPr>
        <p:spPr>
          <a:xfrm>
            <a:off x="723954" y="1441000"/>
            <a:ext cx="80342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accent1">
                    <a:lumMod val="75000"/>
                  </a:schemeClr>
                </a:solidFill>
              </a:rPr>
              <a:t>Group 3 Bus 3</a:t>
            </a:r>
            <a:endParaRPr lang="en-US" sz="800" strike="sngStrike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73684A-41CB-F48B-D796-B0D2ABA28F0E}"/>
              </a:ext>
            </a:extLst>
          </p:cNvPr>
          <p:cNvSpPr txBox="1"/>
          <p:nvPr/>
        </p:nvSpPr>
        <p:spPr>
          <a:xfrm>
            <a:off x="718741" y="1614296"/>
            <a:ext cx="80342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accent1">
                    <a:lumMod val="75000"/>
                  </a:schemeClr>
                </a:solidFill>
              </a:rPr>
              <a:t>Group 4 Bus 4</a:t>
            </a:r>
            <a:endParaRPr lang="en-US" sz="800" strike="sngStrike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0EB956-D065-9310-1F4C-C71DC6AA2486}"/>
              </a:ext>
            </a:extLst>
          </p:cNvPr>
          <p:cNvSpPr txBox="1"/>
          <p:nvPr/>
        </p:nvSpPr>
        <p:spPr>
          <a:xfrm rot="16200000">
            <a:off x="-168921" y="2838921"/>
            <a:ext cx="917737" cy="30008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350" dirty="0">
                <a:solidFill>
                  <a:schemeClr val="accent1">
                    <a:lumMod val="75000"/>
                  </a:schemeClr>
                </a:solidFill>
              </a:rPr>
              <a:t>Organ Ch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F3FC7BD-3514-87F9-7D62-0F4AD07F6285}"/>
              </a:ext>
            </a:extLst>
          </p:cNvPr>
          <p:cNvCxnSpPr>
            <a:cxnSpLocks/>
            <a:stCxn id="19" idx="2"/>
          </p:cNvCxnSpPr>
          <p:nvPr/>
        </p:nvCxnSpPr>
        <p:spPr>
          <a:xfrm>
            <a:off x="439989" y="2988962"/>
            <a:ext cx="2972607" cy="27084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BCBB95F-1509-7619-6E7C-F91C2E9D8C7D}"/>
              </a:ext>
            </a:extLst>
          </p:cNvPr>
          <p:cNvCxnSpPr>
            <a:cxnSpLocks/>
          </p:cNvCxnSpPr>
          <p:nvPr/>
        </p:nvCxnSpPr>
        <p:spPr>
          <a:xfrm flipV="1">
            <a:off x="1500150" y="1230504"/>
            <a:ext cx="322169" cy="7341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A59222B-1E0B-4511-1498-A2C59CFD4119}"/>
              </a:ext>
            </a:extLst>
          </p:cNvPr>
          <p:cNvCxnSpPr>
            <a:cxnSpLocks/>
          </p:cNvCxnSpPr>
          <p:nvPr/>
        </p:nvCxnSpPr>
        <p:spPr>
          <a:xfrm flipV="1">
            <a:off x="1487789" y="1381483"/>
            <a:ext cx="322169" cy="7341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8F0AD9A-1D93-7DD0-010B-A23EC02D6462}"/>
              </a:ext>
            </a:extLst>
          </p:cNvPr>
          <p:cNvCxnSpPr>
            <a:cxnSpLocks/>
          </p:cNvCxnSpPr>
          <p:nvPr/>
        </p:nvCxnSpPr>
        <p:spPr>
          <a:xfrm flipV="1">
            <a:off x="1524783" y="1545085"/>
            <a:ext cx="322169" cy="7341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5FF1B2-FD8D-B1D0-1B49-0ACA3176E7D6}"/>
              </a:ext>
            </a:extLst>
          </p:cNvPr>
          <p:cNvCxnSpPr>
            <a:cxnSpLocks/>
          </p:cNvCxnSpPr>
          <p:nvPr/>
        </p:nvCxnSpPr>
        <p:spPr>
          <a:xfrm flipV="1">
            <a:off x="1521760" y="1708828"/>
            <a:ext cx="322169" cy="7341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34BD7DA-1338-04E8-36B4-AF958CD49812}"/>
              </a:ext>
            </a:extLst>
          </p:cNvPr>
          <p:cNvSpPr txBox="1"/>
          <p:nvPr/>
        </p:nvSpPr>
        <p:spPr>
          <a:xfrm>
            <a:off x="1767799" y="1108663"/>
            <a:ext cx="15905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accent1">
                    <a:lumMod val="75000"/>
                  </a:schemeClr>
                </a:solidFill>
              </a:rPr>
              <a:t>UNET5-&gt;usrout45-&gt;B45 to Wing</a:t>
            </a:r>
            <a:endParaRPr lang="en-US" sz="800" strike="sngStrike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621284-C1AC-7AC0-87D5-990865360158}"/>
              </a:ext>
            </a:extLst>
          </p:cNvPr>
          <p:cNvSpPr txBox="1"/>
          <p:nvPr/>
        </p:nvSpPr>
        <p:spPr>
          <a:xfrm>
            <a:off x="1763755" y="1260991"/>
            <a:ext cx="15905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accent1">
                    <a:lumMod val="75000"/>
                  </a:schemeClr>
                </a:solidFill>
              </a:rPr>
              <a:t>UNET6-&gt;usrout46-&gt;B46 to Wing</a:t>
            </a:r>
            <a:endParaRPr lang="en-US" sz="800" strike="sngStrike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31435A1-DA62-B95D-6B20-37BD4A4FCF53}"/>
              </a:ext>
            </a:extLst>
          </p:cNvPr>
          <p:cNvSpPr txBox="1"/>
          <p:nvPr/>
        </p:nvSpPr>
        <p:spPr>
          <a:xfrm>
            <a:off x="1786997" y="1441507"/>
            <a:ext cx="15905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accent1">
                    <a:lumMod val="75000"/>
                  </a:schemeClr>
                </a:solidFill>
              </a:rPr>
              <a:t>UNET7-&gt;usrout47-&gt;B47 to Wing</a:t>
            </a:r>
            <a:endParaRPr lang="en-US" sz="800" strike="sngStrike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71949D-4A3E-FD11-C53B-67B0B4A50CBC}"/>
              </a:ext>
            </a:extLst>
          </p:cNvPr>
          <p:cNvSpPr txBox="1"/>
          <p:nvPr/>
        </p:nvSpPr>
        <p:spPr>
          <a:xfrm>
            <a:off x="1794197" y="1598237"/>
            <a:ext cx="15905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accent1">
                    <a:lumMod val="75000"/>
                  </a:schemeClr>
                </a:solidFill>
              </a:rPr>
              <a:t>UNET8-&gt;usrout48-&gt;B48 to Wing</a:t>
            </a:r>
            <a:endParaRPr lang="en-US" sz="800" strike="sngStrike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16C9C86-35D3-49D6-480E-E845592D3A92}"/>
              </a:ext>
            </a:extLst>
          </p:cNvPr>
          <p:cNvCxnSpPr>
            <a:cxnSpLocks/>
          </p:cNvCxnSpPr>
          <p:nvPr/>
        </p:nvCxnSpPr>
        <p:spPr>
          <a:xfrm flipV="1">
            <a:off x="684529" y="967992"/>
            <a:ext cx="2703880" cy="17737"/>
          </a:xfrm>
          <a:prstGeom prst="line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FB4BA95-E051-9F1D-4A20-02C2C5AC79A8}"/>
              </a:ext>
            </a:extLst>
          </p:cNvPr>
          <p:cNvSpPr txBox="1"/>
          <p:nvPr/>
        </p:nvSpPr>
        <p:spPr>
          <a:xfrm>
            <a:off x="1050426" y="952382"/>
            <a:ext cx="17956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i="1" dirty="0">
                <a:solidFill>
                  <a:schemeClr val="accent1">
                    <a:lumMod val="75000"/>
                  </a:schemeClr>
                </a:solidFill>
              </a:rPr>
              <a:t>OR can go to Wing as shown below</a:t>
            </a:r>
            <a:endParaRPr lang="en-US" sz="800" b="1" i="1" strike="sngStrike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7833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6339</TotalTime>
  <Words>839</Words>
  <Application>Microsoft Office PowerPoint</Application>
  <PresentationFormat>Letter Paper (8.5x11 in)</PresentationFormat>
  <Paragraphs>252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Larry Jost</dc:creator>
  <cp:lastModifiedBy>Larry Jost</cp:lastModifiedBy>
  <cp:revision>23</cp:revision>
  <cp:lastPrinted>2026-03-19T00:58:51Z</cp:lastPrinted>
  <dcterms:created xsi:type="dcterms:W3CDTF">2025-10-21T14:17:15Z</dcterms:created>
  <dcterms:modified xsi:type="dcterms:W3CDTF">2026-05-15T21:22:51Z</dcterms:modified>
</cp:coreProperties>
</file>